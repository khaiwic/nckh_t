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BCBA18-C77F-4079-B5B9-4B529914F640}" type="datetimeFigureOut">
              <a:rPr lang="en-US" smtClean="0"/>
              <a:t>10/29/2026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646E48-8E3E-4122-B7A5-357E6CA7C54A}" type="slidenum">
              <a:rPr lang="en-US" smtClean="0"/>
              <a:t>‹#›</a:t>
            </a:fld>
            <a:endParaRPr lang="en-US"/>
          </a:p>
        </p:txBody>
      </p:sp>
    </p:spTree>
    <p:extLst>
      <p:ext uri="{BB962C8B-B14F-4D97-AF65-F5344CB8AC3E}">
        <p14:creationId xmlns:p14="http://schemas.microsoft.com/office/powerpoint/2010/main" val="1209666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Nguồn: main.tex, mục 3.1. Trình bày bản đồ đã xét kích thước robot. Dijkstra tối ưu trên đồ thị với trọng số không âm. A* dùng f=g+h; heuristic chấp nhận được không vượt chi phí tối ưu còn lại. Với heuristic nhất quán, đỉnh đã đóng không cần mở lại; nếu chỉ chấp nhận được thì cần cho phép mở lại khi có g tốt hơn. Hai lưới chỉ minh họa nguyên lý, không phải kết quả đo hay kết quả mục 3.4.</a:t>
            </a:r>
            <a:endParaRPr lang="en-US"/>
          </a:p>
        </p:txBody>
      </p:sp>
      <p:sp>
        <p:nvSpPr>
          <p:cNvPr id="4" name="Slide Number Placeholder 3"/>
          <p:cNvSpPr>
            <a:spLocks noGrp="1"/>
          </p:cNvSpPr>
          <p:nvPr>
            <p:ph type="sldNum" sz="quarter" idx="5"/>
          </p:nvPr>
        </p:nvSpPr>
        <p:spPr/>
        <p:txBody>
          <a:bodyPr/>
          <a:lstStyle/>
          <a:p>
            <a:fld id="{3B646E48-8E3E-4122-B7A5-357E6CA7C54A}" type="slidenum">
              <a:rPr lang="en-US" smtClean="0"/>
              <a:t>1</a:t>
            </a:fld>
            <a:endParaRPr lang="en-US"/>
          </a:p>
        </p:txBody>
      </p:sp>
    </p:spTree>
    <p:extLst>
      <p:ext uri="{BB962C8B-B14F-4D97-AF65-F5344CB8AC3E}">
        <p14:creationId xmlns:p14="http://schemas.microsoft.com/office/powerpoint/2010/main" val="1747772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Nguồn: main.tex, mục 3.2. Phân biệt PRM dùng mạng cho nhiều truy vấn và RRT thường giải một truy vấn. RRT* thêm chọn cha và nối lại nhánh; cập nhật chi phí hậu duệ và giữ cấu trúc cây không có chu trình. Tính tối ưu tiệm cận cần các giả thiết về khoảng hở, lấy mẫu và kết nối; không bảo đảm tối ưu sau hữu hạn mẫu. Mọi cạnh phải được kiểm tra trên toàn chuyển động.</a:t>
            </a:r>
            <a:endParaRPr lang="en-US"/>
          </a:p>
        </p:txBody>
      </p:sp>
      <p:sp>
        <p:nvSpPr>
          <p:cNvPr id="4" name="Slide Number Placeholder 3"/>
          <p:cNvSpPr>
            <a:spLocks noGrp="1"/>
          </p:cNvSpPr>
          <p:nvPr>
            <p:ph type="sldNum" sz="quarter" idx="5"/>
          </p:nvPr>
        </p:nvSpPr>
        <p:spPr/>
        <p:txBody>
          <a:bodyPr/>
          <a:lstStyle/>
          <a:p>
            <a:fld id="{3B646E48-8E3E-4122-B7A5-357E6CA7C54A}" type="slidenum">
              <a:rPr lang="en-US" smtClean="0"/>
              <a:t>2</a:t>
            </a:fld>
            <a:endParaRPr lang="en-US"/>
          </a:p>
        </p:txBody>
      </p:sp>
    </p:spTree>
    <p:extLst>
      <p:ext uri="{BB962C8B-B14F-4D97-AF65-F5344CB8AC3E}">
        <p14:creationId xmlns:p14="http://schemas.microsoft.com/office/powerpoint/2010/main" val="128239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Nguồn: main.tex, mục 3.3.1. APF dùng âm gradient của tổng thế hút và thế đẩy. F trong sơ đồ là hướng dẫn chuyển động. Với xe vi sai, chuyển hướng trường lực thành hướng mong muốn và lệnh v, omega; không áp lực như một vận tốc ngang độc lập. Phải giới hạn lệnh và kiểm tra cả đoạn di chuyển, không chỉ hai điểm đầu cuối.</a:t>
            </a:r>
            <a:endParaRPr lang="en-US"/>
          </a:p>
        </p:txBody>
      </p:sp>
      <p:sp>
        <p:nvSpPr>
          <p:cNvPr id="4" name="Slide Number Placeholder 3"/>
          <p:cNvSpPr>
            <a:spLocks noGrp="1"/>
          </p:cNvSpPr>
          <p:nvPr>
            <p:ph type="sldNum" sz="quarter" idx="5"/>
          </p:nvPr>
        </p:nvSpPr>
        <p:spPr/>
        <p:txBody>
          <a:bodyPr/>
          <a:lstStyle/>
          <a:p>
            <a:fld id="{3B646E48-8E3E-4122-B7A5-357E6CA7C54A}" type="slidenum">
              <a:rPr lang="en-US" smtClean="0"/>
              <a:t>3</a:t>
            </a:fld>
            <a:endParaRPr lang="en-US"/>
          </a:p>
        </p:txBody>
      </p:sp>
    </p:spTree>
    <p:extLst>
      <p:ext uri="{BB962C8B-B14F-4D97-AF65-F5344CB8AC3E}">
        <p14:creationId xmlns:p14="http://schemas.microsoft.com/office/powerpoint/2010/main" val="2942348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Nguồn: main.tex, mục 3.3.2. Cực tiểu cục bộ khiến robot chưa tới đích đã dừng. GNRON xét đích hợp lệ gần vật cản; đích trong vùng cấm vẫn không tiếp cận an toàn. Có thể sửa thế đẩy theo khoảng cách đích và đề xuất lực ảo tiếp tuyến khi mắc kẹt. Sửa GNRON không loại mọi cực tiểu, lực ảo không bảo đảm đầy đủ hoặc tối ưu. Nội dung là nguyên lý và hướng khắc phục, chưa đưa kết quả mô phỏng của mục 3.4.</a:t>
            </a:r>
            <a:endParaRPr lang="en-US"/>
          </a:p>
        </p:txBody>
      </p:sp>
      <p:sp>
        <p:nvSpPr>
          <p:cNvPr id="4" name="Slide Number Placeholder 3"/>
          <p:cNvSpPr>
            <a:spLocks noGrp="1"/>
          </p:cNvSpPr>
          <p:nvPr>
            <p:ph type="sldNum" sz="quarter" idx="5"/>
          </p:nvPr>
        </p:nvSpPr>
        <p:spPr/>
        <p:txBody>
          <a:bodyPr/>
          <a:lstStyle/>
          <a:p>
            <a:fld id="{3B646E48-8E3E-4122-B7A5-357E6CA7C54A}" type="slidenum">
              <a:rPr lang="en-US" smtClean="0"/>
              <a:t>4</a:t>
            </a:fld>
            <a:endParaRPr lang="en-US"/>
          </a:p>
        </p:txBody>
      </p:sp>
    </p:spTree>
    <p:extLst>
      <p:ext uri="{BB962C8B-B14F-4D97-AF65-F5344CB8AC3E}">
        <p14:creationId xmlns:p14="http://schemas.microsoft.com/office/powerpoint/2010/main" val="33039858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C6254-2232-D29F-FBD2-9365FBA6CF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D3BB057-3CE8-FA2C-2C8B-C0E03EF3F8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5A786B9-0043-E061-64A6-1D9013FC249A}"/>
              </a:ext>
            </a:extLst>
          </p:cNvPr>
          <p:cNvSpPr>
            <a:spLocks noGrp="1"/>
          </p:cNvSpPr>
          <p:nvPr>
            <p:ph type="dt" sz="half" idx="10"/>
          </p:nvPr>
        </p:nvSpPr>
        <p:spPr/>
        <p:txBody>
          <a:bodyPr/>
          <a:lstStyle/>
          <a:p>
            <a:fld id="{DFB1C3A2-EB5D-4F10-B8B0-C3E0CEFC39FF}" type="datetimeFigureOut">
              <a:rPr lang="en-US" smtClean="0"/>
              <a:t>10/29/2026</a:t>
            </a:fld>
            <a:endParaRPr lang="en-US"/>
          </a:p>
        </p:txBody>
      </p:sp>
      <p:sp>
        <p:nvSpPr>
          <p:cNvPr id="5" name="Footer Placeholder 4">
            <a:extLst>
              <a:ext uri="{FF2B5EF4-FFF2-40B4-BE49-F238E27FC236}">
                <a16:creationId xmlns:a16="http://schemas.microsoft.com/office/drawing/2014/main" id="{C67A482A-B638-B640-E080-3C4001B359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5906B3-A965-E362-402B-0B8A1A3D9C9C}"/>
              </a:ext>
            </a:extLst>
          </p:cNvPr>
          <p:cNvSpPr>
            <a:spLocks noGrp="1"/>
          </p:cNvSpPr>
          <p:nvPr>
            <p:ph type="sldNum" sz="quarter" idx="12"/>
          </p:nvPr>
        </p:nvSpPr>
        <p:spPr/>
        <p:txBody>
          <a:bodyPr/>
          <a:lstStyle/>
          <a:p>
            <a:fld id="{8F071D80-9FE8-457B-A4FE-0E463FAFBECA}" type="slidenum">
              <a:rPr lang="en-US" smtClean="0"/>
              <a:t>‹#›</a:t>
            </a:fld>
            <a:endParaRPr lang="en-US"/>
          </a:p>
        </p:txBody>
      </p:sp>
    </p:spTree>
    <p:extLst>
      <p:ext uri="{BB962C8B-B14F-4D97-AF65-F5344CB8AC3E}">
        <p14:creationId xmlns:p14="http://schemas.microsoft.com/office/powerpoint/2010/main" val="3271787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111D5-7B01-7541-EC67-B7E3F62BC7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FA88B8-C057-E92A-079D-A8C99C7CD2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E7A794-0272-F511-1E0C-82B67B698CEB}"/>
              </a:ext>
            </a:extLst>
          </p:cNvPr>
          <p:cNvSpPr>
            <a:spLocks noGrp="1"/>
          </p:cNvSpPr>
          <p:nvPr>
            <p:ph type="dt" sz="half" idx="10"/>
          </p:nvPr>
        </p:nvSpPr>
        <p:spPr/>
        <p:txBody>
          <a:bodyPr/>
          <a:lstStyle/>
          <a:p>
            <a:fld id="{DFB1C3A2-EB5D-4F10-B8B0-C3E0CEFC39FF}" type="datetimeFigureOut">
              <a:rPr lang="en-US" smtClean="0"/>
              <a:t>10/29/2026</a:t>
            </a:fld>
            <a:endParaRPr lang="en-US"/>
          </a:p>
        </p:txBody>
      </p:sp>
      <p:sp>
        <p:nvSpPr>
          <p:cNvPr id="5" name="Footer Placeholder 4">
            <a:extLst>
              <a:ext uri="{FF2B5EF4-FFF2-40B4-BE49-F238E27FC236}">
                <a16:creationId xmlns:a16="http://schemas.microsoft.com/office/drawing/2014/main" id="{3BF3DC13-A1E2-1EB5-4626-0A7098F683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919208-E55A-E5CC-6234-508F3A639DC7}"/>
              </a:ext>
            </a:extLst>
          </p:cNvPr>
          <p:cNvSpPr>
            <a:spLocks noGrp="1"/>
          </p:cNvSpPr>
          <p:nvPr>
            <p:ph type="sldNum" sz="quarter" idx="12"/>
          </p:nvPr>
        </p:nvSpPr>
        <p:spPr/>
        <p:txBody>
          <a:bodyPr/>
          <a:lstStyle/>
          <a:p>
            <a:fld id="{8F071D80-9FE8-457B-A4FE-0E463FAFBECA}" type="slidenum">
              <a:rPr lang="en-US" smtClean="0"/>
              <a:t>‹#›</a:t>
            </a:fld>
            <a:endParaRPr lang="en-US"/>
          </a:p>
        </p:txBody>
      </p:sp>
    </p:spTree>
    <p:extLst>
      <p:ext uri="{BB962C8B-B14F-4D97-AF65-F5344CB8AC3E}">
        <p14:creationId xmlns:p14="http://schemas.microsoft.com/office/powerpoint/2010/main" val="2960042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1B09-6C5F-3CD8-D57E-E94001DE09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0491AEC-AD85-7DC6-FDE8-14D39C1F1A3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6D79CC-0154-A373-AEB7-83FCF57D6821}"/>
              </a:ext>
            </a:extLst>
          </p:cNvPr>
          <p:cNvSpPr>
            <a:spLocks noGrp="1"/>
          </p:cNvSpPr>
          <p:nvPr>
            <p:ph type="dt" sz="half" idx="10"/>
          </p:nvPr>
        </p:nvSpPr>
        <p:spPr/>
        <p:txBody>
          <a:bodyPr/>
          <a:lstStyle/>
          <a:p>
            <a:fld id="{DFB1C3A2-EB5D-4F10-B8B0-C3E0CEFC39FF}" type="datetimeFigureOut">
              <a:rPr lang="en-US" smtClean="0"/>
              <a:t>10/29/2026</a:t>
            </a:fld>
            <a:endParaRPr lang="en-US"/>
          </a:p>
        </p:txBody>
      </p:sp>
      <p:sp>
        <p:nvSpPr>
          <p:cNvPr id="5" name="Footer Placeholder 4">
            <a:extLst>
              <a:ext uri="{FF2B5EF4-FFF2-40B4-BE49-F238E27FC236}">
                <a16:creationId xmlns:a16="http://schemas.microsoft.com/office/drawing/2014/main" id="{DC99A172-E4B2-7213-B584-EAE6B4C380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AC195B-B6A0-68C3-F0E5-B09A88253325}"/>
              </a:ext>
            </a:extLst>
          </p:cNvPr>
          <p:cNvSpPr>
            <a:spLocks noGrp="1"/>
          </p:cNvSpPr>
          <p:nvPr>
            <p:ph type="sldNum" sz="quarter" idx="12"/>
          </p:nvPr>
        </p:nvSpPr>
        <p:spPr/>
        <p:txBody>
          <a:bodyPr/>
          <a:lstStyle/>
          <a:p>
            <a:fld id="{8F071D80-9FE8-457B-A4FE-0E463FAFBECA}" type="slidenum">
              <a:rPr lang="en-US" smtClean="0"/>
              <a:t>‹#›</a:t>
            </a:fld>
            <a:endParaRPr lang="en-US"/>
          </a:p>
        </p:txBody>
      </p:sp>
    </p:spTree>
    <p:extLst>
      <p:ext uri="{BB962C8B-B14F-4D97-AF65-F5344CB8AC3E}">
        <p14:creationId xmlns:p14="http://schemas.microsoft.com/office/powerpoint/2010/main" val="27201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C43DF-C51D-79F4-3738-8F2E8257BF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7BA5E7-F742-66A2-B474-91914D028D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B8B7EC-0F84-B110-8909-6A1010AC8A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5B90476-7348-FC3D-E4F6-C4CDC24EDB26}"/>
              </a:ext>
            </a:extLst>
          </p:cNvPr>
          <p:cNvSpPr>
            <a:spLocks noGrp="1"/>
          </p:cNvSpPr>
          <p:nvPr>
            <p:ph type="dt" sz="half" idx="10"/>
          </p:nvPr>
        </p:nvSpPr>
        <p:spPr/>
        <p:txBody>
          <a:bodyPr/>
          <a:lstStyle/>
          <a:p>
            <a:fld id="{DFB1C3A2-EB5D-4F10-B8B0-C3E0CEFC39FF}" type="datetimeFigureOut">
              <a:rPr lang="en-US" smtClean="0"/>
              <a:t>10/29/2026</a:t>
            </a:fld>
            <a:endParaRPr lang="en-US"/>
          </a:p>
        </p:txBody>
      </p:sp>
      <p:sp>
        <p:nvSpPr>
          <p:cNvPr id="6" name="Footer Placeholder 5">
            <a:extLst>
              <a:ext uri="{FF2B5EF4-FFF2-40B4-BE49-F238E27FC236}">
                <a16:creationId xmlns:a16="http://schemas.microsoft.com/office/drawing/2014/main" id="{E4AE7817-23A8-7625-1199-5EEE44A27F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BC1054-F79B-5EDF-5BB9-C31F595778AE}"/>
              </a:ext>
            </a:extLst>
          </p:cNvPr>
          <p:cNvSpPr>
            <a:spLocks noGrp="1"/>
          </p:cNvSpPr>
          <p:nvPr>
            <p:ph type="sldNum" sz="quarter" idx="12"/>
          </p:nvPr>
        </p:nvSpPr>
        <p:spPr/>
        <p:txBody>
          <a:bodyPr/>
          <a:lstStyle/>
          <a:p>
            <a:fld id="{8F071D80-9FE8-457B-A4FE-0E463FAFBECA}" type="slidenum">
              <a:rPr lang="en-US" smtClean="0"/>
              <a:t>‹#›</a:t>
            </a:fld>
            <a:endParaRPr lang="en-US"/>
          </a:p>
        </p:txBody>
      </p:sp>
    </p:spTree>
    <p:extLst>
      <p:ext uri="{BB962C8B-B14F-4D97-AF65-F5344CB8AC3E}">
        <p14:creationId xmlns:p14="http://schemas.microsoft.com/office/powerpoint/2010/main" val="2827195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442B0-6A71-1758-594D-0912E9EA90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4D7072-6F6D-4BBC-820F-95C315C6D9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0BE102-A2EC-3180-9369-1738C76B5A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AA0E6-313F-5218-F3F9-023F65203F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1DEF8D-9C80-7919-2DC4-7BF225D1C2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D5BD97-D580-50B5-B6D6-54CD94A902F0}"/>
              </a:ext>
            </a:extLst>
          </p:cNvPr>
          <p:cNvSpPr>
            <a:spLocks noGrp="1"/>
          </p:cNvSpPr>
          <p:nvPr>
            <p:ph type="dt" sz="half" idx="10"/>
          </p:nvPr>
        </p:nvSpPr>
        <p:spPr/>
        <p:txBody>
          <a:bodyPr/>
          <a:lstStyle/>
          <a:p>
            <a:fld id="{DFB1C3A2-EB5D-4F10-B8B0-C3E0CEFC39FF}" type="datetimeFigureOut">
              <a:rPr lang="en-US" smtClean="0"/>
              <a:t>10/29/2026</a:t>
            </a:fld>
            <a:endParaRPr lang="en-US"/>
          </a:p>
        </p:txBody>
      </p:sp>
      <p:sp>
        <p:nvSpPr>
          <p:cNvPr id="8" name="Footer Placeholder 7">
            <a:extLst>
              <a:ext uri="{FF2B5EF4-FFF2-40B4-BE49-F238E27FC236}">
                <a16:creationId xmlns:a16="http://schemas.microsoft.com/office/drawing/2014/main" id="{F9FBE231-A2DD-C070-927E-E363319F5BA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4631C5-C786-E7B7-FD8C-5168B247E875}"/>
              </a:ext>
            </a:extLst>
          </p:cNvPr>
          <p:cNvSpPr>
            <a:spLocks noGrp="1"/>
          </p:cNvSpPr>
          <p:nvPr>
            <p:ph type="sldNum" sz="quarter" idx="12"/>
          </p:nvPr>
        </p:nvSpPr>
        <p:spPr/>
        <p:txBody>
          <a:bodyPr/>
          <a:lstStyle/>
          <a:p>
            <a:fld id="{8F071D80-9FE8-457B-A4FE-0E463FAFBECA}" type="slidenum">
              <a:rPr lang="en-US" smtClean="0"/>
              <a:t>‹#›</a:t>
            </a:fld>
            <a:endParaRPr lang="en-US"/>
          </a:p>
        </p:txBody>
      </p:sp>
    </p:spTree>
    <p:extLst>
      <p:ext uri="{BB962C8B-B14F-4D97-AF65-F5344CB8AC3E}">
        <p14:creationId xmlns:p14="http://schemas.microsoft.com/office/powerpoint/2010/main" val="361762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C45DD-7F3E-05FE-4D46-E52227F6B99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8F10F14-8D60-B16E-97B7-3ADE175BA1EF}"/>
              </a:ext>
            </a:extLst>
          </p:cNvPr>
          <p:cNvSpPr>
            <a:spLocks noGrp="1"/>
          </p:cNvSpPr>
          <p:nvPr>
            <p:ph type="dt" sz="half" idx="10"/>
          </p:nvPr>
        </p:nvSpPr>
        <p:spPr/>
        <p:txBody>
          <a:bodyPr/>
          <a:lstStyle/>
          <a:p>
            <a:fld id="{DFB1C3A2-EB5D-4F10-B8B0-C3E0CEFC39FF}" type="datetimeFigureOut">
              <a:rPr lang="en-US" smtClean="0"/>
              <a:t>10/29/2026</a:t>
            </a:fld>
            <a:endParaRPr lang="en-US"/>
          </a:p>
        </p:txBody>
      </p:sp>
      <p:sp>
        <p:nvSpPr>
          <p:cNvPr id="4" name="Footer Placeholder 3">
            <a:extLst>
              <a:ext uri="{FF2B5EF4-FFF2-40B4-BE49-F238E27FC236}">
                <a16:creationId xmlns:a16="http://schemas.microsoft.com/office/drawing/2014/main" id="{5058CC83-E55F-8CB9-9D07-8C3B445180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CC51863-4B5B-213D-F3EF-E266D97340BF}"/>
              </a:ext>
            </a:extLst>
          </p:cNvPr>
          <p:cNvSpPr>
            <a:spLocks noGrp="1"/>
          </p:cNvSpPr>
          <p:nvPr>
            <p:ph type="sldNum" sz="quarter" idx="12"/>
          </p:nvPr>
        </p:nvSpPr>
        <p:spPr/>
        <p:txBody>
          <a:bodyPr/>
          <a:lstStyle/>
          <a:p>
            <a:fld id="{8F071D80-9FE8-457B-A4FE-0E463FAFBECA}" type="slidenum">
              <a:rPr lang="en-US" smtClean="0"/>
              <a:t>‹#›</a:t>
            </a:fld>
            <a:endParaRPr lang="en-US"/>
          </a:p>
        </p:txBody>
      </p:sp>
    </p:spTree>
    <p:extLst>
      <p:ext uri="{BB962C8B-B14F-4D97-AF65-F5344CB8AC3E}">
        <p14:creationId xmlns:p14="http://schemas.microsoft.com/office/powerpoint/2010/main" val="2655458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A61FD8-870F-570C-04A1-86BA4377BE38}"/>
              </a:ext>
            </a:extLst>
          </p:cNvPr>
          <p:cNvSpPr>
            <a:spLocks noGrp="1"/>
          </p:cNvSpPr>
          <p:nvPr>
            <p:ph type="dt" sz="half" idx="10"/>
          </p:nvPr>
        </p:nvSpPr>
        <p:spPr/>
        <p:txBody>
          <a:bodyPr/>
          <a:lstStyle/>
          <a:p>
            <a:fld id="{DFB1C3A2-EB5D-4F10-B8B0-C3E0CEFC39FF}" type="datetimeFigureOut">
              <a:rPr lang="en-US" smtClean="0"/>
              <a:t>10/29/2026</a:t>
            </a:fld>
            <a:endParaRPr lang="en-US"/>
          </a:p>
        </p:txBody>
      </p:sp>
      <p:sp>
        <p:nvSpPr>
          <p:cNvPr id="3" name="Footer Placeholder 2">
            <a:extLst>
              <a:ext uri="{FF2B5EF4-FFF2-40B4-BE49-F238E27FC236}">
                <a16:creationId xmlns:a16="http://schemas.microsoft.com/office/drawing/2014/main" id="{12BB2F6F-E4A5-B0EC-4DF7-37EFF9823A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995BC4D-9561-2C1F-D09D-2EE61F877A93}"/>
              </a:ext>
            </a:extLst>
          </p:cNvPr>
          <p:cNvSpPr>
            <a:spLocks noGrp="1"/>
          </p:cNvSpPr>
          <p:nvPr>
            <p:ph type="sldNum" sz="quarter" idx="12"/>
          </p:nvPr>
        </p:nvSpPr>
        <p:spPr/>
        <p:txBody>
          <a:bodyPr/>
          <a:lstStyle/>
          <a:p>
            <a:fld id="{8F071D80-9FE8-457B-A4FE-0E463FAFBECA}" type="slidenum">
              <a:rPr lang="en-US" smtClean="0"/>
              <a:t>‹#›</a:t>
            </a:fld>
            <a:endParaRPr lang="en-US"/>
          </a:p>
        </p:txBody>
      </p:sp>
    </p:spTree>
    <p:extLst>
      <p:ext uri="{BB962C8B-B14F-4D97-AF65-F5344CB8AC3E}">
        <p14:creationId xmlns:p14="http://schemas.microsoft.com/office/powerpoint/2010/main" val="1985102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BA61F-4A34-C3EC-317A-394E0CE47B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A32F665-9694-D4AF-23D3-420F3B3796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C8D95D4-6C68-5686-7CC9-0AAB1F6A0F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539115-85C1-7B74-2335-D1A9B7C7E852}"/>
              </a:ext>
            </a:extLst>
          </p:cNvPr>
          <p:cNvSpPr>
            <a:spLocks noGrp="1"/>
          </p:cNvSpPr>
          <p:nvPr>
            <p:ph type="dt" sz="half" idx="10"/>
          </p:nvPr>
        </p:nvSpPr>
        <p:spPr/>
        <p:txBody>
          <a:bodyPr/>
          <a:lstStyle/>
          <a:p>
            <a:fld id="{DFB1C3A2-EB5D-4F10-B8B0-C3E0CEFC39FF}" type="datetimeFigureOut">
              <a:rPr lang="en-US" smtClean="0"/>
              <a:t>10/29/2026</a:t>
            </a:fld>
            <a:endParaRPr lang="en-US"/>
          </a:p>
        </p:txBody>
      </p:sp>
      <p:sp>
        <p:nvSpPr>
          <p:cNvPr id="6" name="Footer Placeholder 5">
            <a:extLst>
              <a:ext uri="{FF2B5EF4-FFF2-40B4-BE49-F238E27FC236}">
                <a16:creationId xmlns:a16="http://schemas.microsoft.com/office/drawing/2014/main" id="{A22DC420-8405-7B1E-0930-A88ECD8B99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C869EF-113F-85E1-79B3-51AFA3E96444}"/>
              </a:ext>
            </a:extLst>
          </p:cNvPr>
          <p:cNvSpPr>
            <a:spLocks noGrp="1"/>
          </p:cNvSpPr>
          <p:nvPr>
            <p:ph type="sldNum" sz="quarter" idx="12"/>
          </p:nvPr>
        </p:nvSpPr>
        <p:spPr/>
        <p:txBody>
          <a:bodyPr/>
          <a:lstStyle/>
          <a:p>
            <a:fld id="{8F071D80-9FE8-457B-A4FE-0E463FAFBECA}" type="slidenum">
              <a:rPr lang="en-US" smtClean="0"/>
              <a:t>‹#›</a:t>
            </a:fld>
            <a:endParaRPr lang="en-US"/>
          </a:p>
        </p:txBody>
      </p:sp>
    </p:spTree>
    <p:extLst>
      <p:ext uri="{BB962C8B-B14F-4D97-AF65-F5344CB8AC3E}">
        <p14:creationId xmlns:p14="http://schemas.microsoft.com/office/powerpoint/2010/main" val="2789762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34DC1-7D04-4A3A-93E3-F643D66C42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9515077-9B13-6B5C-926B-FD1E1F63A4F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DC3B8F-9B4C-5BAB-AFCC-5A00DC4A0C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BC5C7D-45E0-E195-A7C4-4FD874CBAD28}"/>
              </a:ext>
            </a:extLst>
          </p:cNvPr>
          <p:cNvSpPr>
            <a:spLocks noGrp="1"/>
          </p:cNvSpPr>
          <p:nvPr>
            <p:ph type="dt" sz="half" idx="10"/>
          </p:nvPr>
        </p:nvSpPr>
        <p:spPr/>
        <p:txBody>
          <a:bodyPr/>
          <a:lstStyle/>
          <a:p>
            <a:fld id="{DFB1C3A2-EB5D-4F10-B8B0-C3E0CEFC39FF}" type="datetimeFigureOut">
              <a:rPr lang="en-US" smtClean="0"/>
              <a:t>10/29/2026</a:t>
            </a:fld>
            <a:endParaRPr lang="en-US"/>
          </a:p>
        </p:txBody>
      </p:sp>
      <p:sp>
        <p:nvSpPr>
          <p:cNvPr id="6" name="Footer Placeholder 5">
            <a:extLst>
              <a:ext uri="{FF2B5EF4-FFF2-40B4-BE49-F238E27FC236}">
                <a16:creationId xmlns:a16="http://schemas.microsoft.com/office/drawing/2014/main" id="{0EC08977-743E-0C69-A73E-FD4F019FA6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CA1A20-3DB3-2744-C718-6ECB652002C3}"/>
              </a:ext>
            </a:extLst>
          </p:cNvPr>
          <p:cNvSpPr>
            <a:spLocks noGrp="1"/>
          </p:cNvSpPr>
          <p:nvPr>
            <p:ph type="sldNum" sz="quarter" idx="12"/>
          </p:nvPr>
        </p:nvSpPr>
        <p:spPr/>
        <p:txBody>
          <a:bodyPr/>
          <a:lstStyle/>
          <a:p>
            <a:fld id="{8F071D80-9FE8-457B-A4FE-0E463FAFBECA}" type="slidenum">
              <a:rPr lang="en-US" smtClean="0"/>
              <a:t>‹#›</a:t>
            </a:fld>
            <a:endParaRPr lang="en-US"/>
          </a:p>
        </p:txBody>
      </p:sp>
    </p:spTree>
    <p:extLst>
      <p:ext uri="{BB962C8B-B14F-4D97-AF65-F5344CB8AC3E}">
        <p14:creationId xmlns:p14="http://schemas.microsoft.com/office/powerpoint/2010/main" val="747725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E6B98-149D-0EFE-172F-4EC68A1BD9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D8FD680-3D39-97A5-12C9-433163605E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AB8C2D-15BA-9A1B-B3ED-7375A8314567}"/>
              </a:ext>
            </a:extLst>
          </p:cNvPr>
          <p:cNvSpPr>
            <a:spLocks noGrp="1"/>
          </p:cNvSpPr>
          <p:nvPr>
            <p:ph type="dt" sz="half" idx="10"/>
          </p:nvPr>
        </p:nvSpPr>
        <p:spPr/>
        <p:txBody>
          <a:bodyPr/>
          <a:lstStyle/>
          <a:p>
            <a:fld id="{DFB1C3A2-EB5D-4F10-B8B0-C3E0CEFC39FF}" type="datetimeFigureOut">
              <a:rPr lang="en-US" smtClean="0"/>
              <a:t>10/29/2026</a:t>
            </a:fld>
            <a:endParaRPr lang="en-US"/>
          </a:p>
        </p:txBody>
      </p:sp>
      <p:sp>
        <p:nvSpPr>
          <p:cNvPr id="5" name="Footer Placeholder 4">
            <a:extLst>
              <a:ext uri="{FF2B5EF4-FFF2-40B4-BE49-F238E27FC236}">
                <a16:creationId xmlns:a16="http://schemas.microsoft.com/office/drawing/2014/main" id="{1EF15123-F246-E94E-01AB-E521C2BFC3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616D84-245D-6307-D21B-16B179E3ABA4}"/>
              </a:ext>
            </a:extLst>
          </p:cNvPr>
          <p:cNvSpPr>
            <a:spLocks noGrp="1"/>
          </p:cNvSpPr>
          <p:nvPr>
            <p:ph type="sldNum" sz="quarter" idx="12"/>
          </p:nvPr>
        </p:nvSpPr>
        <p:spPr/>
        <p:txBody>
          <a:bodyPr/>
          <a:lstStyle/>
          <a:p>
            <a:fld id="{8F071D80-9FE8-457B-A4FE-0E463FAFBECA}" type="slidenum">
              <a:rPr lang="en-US" smtClean="0"/>
              <a:t>‹#›</a:t>
            </a:fld>
            <a:endParaRPr lang="en-US"/>
          </a:p>
        </p:txBody>
      </p:sp>
    </p:spTree>
    <p:extLst>
      <p:ext uri="{BB962C8B-B14F-4D97-AF65-F5344CB8AC3E}">
        <p14:creationId xmlns:p14="http://schemas.microsoft.com/office/powerpoint/2010/main" val="989955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0940F0-861C-1B58-93B2-368C5A13AB2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C7B8475-BF51-6E41-1EBA-8328A3138C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272A23-8551-25BC-D48A-9A5F74FDE395}"/>
              </a:ext>
            </a:extLst>
          </p:cNvPr>
          <p:cNvSpPr>
            <a:spLocks noGrp="1"/>
          </p:cNvSpPr>
          <p:nvPr>
            <p:ph type="dt" sz="half" idx="10"/>
          </p:nvPr>
        </p:nvSpPr>
        <p:spPr/>
        <p:txBody>
          <a:bodyPr/>
          <a:lstStyle/>
          <a:p>
            <a:fld id="{DFB1C3A2-EB5D-4F10-B8B0-C3E0CEFC39FF}" type="datetimeFigureOut">
              <a:rPr lang="en-US" smtClean="0"/>
              <a:t>10/29/2026</a:t>
            </a:fld>
            <a:endParaRPr lang="en-US"/>
          </a:p>
        </p:txBody>
      </p:sp>
      <p:sp>
        <p:nvSpPr>
          <p:cNvPr id="5" name="Footer Placeholder 4">
            <a:extLst>
              <a:ext uri="{FF2B5EF4-FFF2-40B4-BE49-F238E27FC236}">
                <a16:creationId xmlns:a16="http://schemas.microsoft.com/office/drawing/2014/main" id="{33E6FCEF-BAAE-86D5-81BD-B43635DB72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78B1AC-2782-41EF-FC9B-509B24A96DE4}"/>
              </a:ext>
            </a:extLst>
          </p:cNvPr>
          <p:cNvSpPr>
            <a:spLocks noGrp="1"/>
          </p:cNvSpPr>
          <p:nvPr>
            <p:ph type="sldNum" sz="quarter" idx="12"/>
          </p:nvPr>
        </p:nvSpPr>
        <p:spPr/>
        <p:txBody>
          <a:bodyPr/>
          <a:lstStyle/>
          <a:p>
            <a:fld id="{8F071D80-9FE8-457B-A4FE-0E463FAFBECA}" type="slidenum">
              <a:rPr lang="en-US" smtClean="0"/>
              <a:t>‹#›</a:t>
            </a:fld>
            <a:endParaRPr lang="en-US"/>
          </a:p>
        </p:txBody>
      </p:sp>
    </p:spTree>
    <p:extLst>
      <p:ext uri="{BB962C8B-B14F-4D97-AF65-F5344CB8AC3E}">
        <p14:creationId xmlns:p14="http://schemas.microsoft.com/office/powerpoint/2010/main" val="580096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912ADC-DDAB-D3E4-F9BC-6BB65F6582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ABE0155-3559-83B2-DF69-EC8B713F85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C64137-AE76-1679-F612-59AF9A02EE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FB1C3A2-EB5D-4F10-B8B0-C3E0CEFC39FF}" type="datetimeFigureOut">
              <a:rPr lang="en-US" smtClean="0"/>
              <a:t>10/29/2026</a:t>
            </a:fld>
            <a:endParaRPr lang="en-US"/>
          </a:p>
        </p:txBody>
      </p:sp>
      <p:sp>
        <p:nvSpPr>
          <p:cNvPr id="5" name="Footer Placeholder 4">
            <a:extLst>
              <a:ext uri="{FF2B5EF4-FFF2-40B4-BE49-F238E27FC236}">
                <a16:creationId xmlns:a16="http://schemas.microsoft.com/office/drawing/2014/main" id="{8D5F6DEA-B7CF-5E3F-290E-27F05EC5EC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0DD9944-0DC2-AF25-3B12-90E2712673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F071D80-9FE8-457B-A4FE-0E463FAFBECA}" type="slidenum">
              <a:rPr lang="en-US" smtClean="0"/>
              <a:t>‹#›</a:t>
            </a:fld>
            <a:endParaRPr lang="en-US"/>
          </a:p>
        </p:txBody>
      </p:sp>
    </p:spTree>
    <p:extLst>
      <p:ext uri="{BB962C8B-B14F-4D97-AF65-F5344CB8AC3E}">
        <p14:creationId xmlns:p14="http://schemas.microsoft.com/office/powerpoint/2010/main" val="10501506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33BCF73-A44E-F86E-5B58-E59570E8734D}"/>
              </a:ext>
            </a:extLst>
          </p:cNvPr>
          <p:cNvSpPr/>
          <p:nvPr/>
        </p:nvSpPr>
        <p:spPr>
          <a:xfrm>
            <a:off x="0" y="0"/>
            <a:ext cx="12192000" cy="1701800"/>
          </a:xfrm>
          <a:prstGeom prst="rect">
            <a:avLst/>
          </a:prstGeom>
          <a:solidFill>
            <a:srgbClr val="ED1010"/>
          </a:solidFill>
          <a:ln w="10160">
            <a:solidFill>
              <a:srgbClr val="ED10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A1E1B51-9886-3A2B-F091-77A07855C5E1}"/>
              </a:ext>
            </a:extLst>
          </p:cNvPr>
          <p:cNvSpPr/>
          <p:nvPr/>
        </p:nvSpPr>
        <p:spPr>
          <a:xfrm rot="5400000">
            <a:off x="-323850" y="812800"/>
            <a:ext cx="1638300" cy="12700"/>
          </a:xfrm>
          <a:prstGeom prst="rect">
            <a:avLst/>
          </a:prstGeom>
          <a:solidFill>
            <a:srgbClr val="FFC2C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5DBDA55-F963-B947-BF91-0F0E58EFB53B}"/>
              </a:ext>
            </a:extLst>
          </p:cNvPr>
          <p:cNvSpPr/>
          <p:nvPr/>
        </p:nvSpPr>
        <p:spPr>
          <a:xfrm>
            <a:off x="952500" y="1657350"/>
            <a:ext cx="1054100" cy="12700"/>
          </a:xfrm>
          <a:prstGeom prst="rect">
            <a:avLst/>
          </a:prstGeom>
          <a:solidFill>
            <a:srgbClr val="FFAAA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8F53B6E-7D7D-B9C4-DCAA-31E905DB218B}"/>
              </a:ext>
            </a:extLst>
          </p:cNvPr>
          <p:cNvSpPr txBox="1"/>
          <p:nvPr/>
        </p:nvSpPr>
        <p:spPr>
          <a:xfrm>
            <a:off x="736600" y="254000"/>
            <a:ext cx="10287000" cy="276999"/>
          </a:xfrm>
          <a:prstGeom prst="rect">
            <a:avLst/>
          </a:prstGeom>
          <a:noFill/>
        </p:spPr>
        <p:txBody>
          <a:bodyPr vert="horz" wrap="none" lIns="0" tIns="0" rIns="0" bIns="0" rtlCol="0">
            <a:noAutofit/>
          </a:bodyPr>
          <a:lstStyle/>
          <a:p>
            <a:r>
              <a:rPr lang="vi-VN" sz="3400" b="1">
                <a:solidFill>
                  <a:srgbClr val="FFFFFF"/>
                </a:solidFill>
                <a:latin typeface="Arial" panose="020B0604020202020204" pitchFamily="34" charset="0"/>
              </a:rPr>
              <a:t>3.1 Tìm đường trên đồ thị
Dijkstra và A*</a:t>
            </a:r>
            <a:endParaRPr lang="en-US" sz="3400" b="1">
              <a:solidFill>
                <a:srgbClr val="FFFFFF"/>
              </a:solidFill>
              <a:latin typeface="Arial" panose="020B0604020202020204" pitchFamily="34" charset="0"/>
            </a:endParaRPr>
          </a:p>
        </p:txBody>
      </p:sp>
      <p:sp>
        <p:nvSpPr>
          <p:cNvPr id="6" name="TextBox 5">
            <a:extLst>
              <a:ext uri="{FF2B5EF4-FFF2-40B4-BE49-F238E27FC236}">
                <a16:creationId xmlns:a16="http://schemas.microsoft.com/office/drawing/2014/main" id="{181344A0-DD59-2D03-339C-CDBBF9560DE0}"/>
              </a:ext>
            </a:extLst>
          </p:cNvPr>
          <p:cNvSpPr txBox="1"/>
          <p:nvPr/>
        </p:nvSpPr>
        <p:spPr>
          <a:xfrm>
            <a:off x="10337800" y="1371600"/>
            <a:ext cx="1587500" cy="276999"/>
          </a:xfrm>
          <a:prstGeom prst="rect">
            <a:avLst/>
          </a:prstGeom>
          <a:noFill/>
        </p:spPr>
        <p:txBody>
          <a:bodyPr vert="horz" wrap="none" lIns="0" tIns="0" rIns="0" bIns="0" rtlCol="0">
            <a:noAutofit/>
          </a:bodyPr>
          <a:lstStyle/>
          <a:p>
            <a:pPr algn="r"/>
            <a:r>
              <a:rPr lang="vi-VN" sz="1000" b="1">
                <a:solidFill>
                  <a:srgbClr val="FFE5E5"/>
                </a:solidFill>
                <a:latin typeface="Arial" panose="020B0604020202020204" pitchFamily="34" charset="0"/>
              </a:rPr>
              <a:t>CHƯƠNG III</a:t>
            </a:r>
            <a:endParaRPr lang="en-US" sz="1000" b="1">
              <a:solidFill>
                <a:srgbClr val="FFE5E5"/>
              </a:solidFill>
              <a:latin typeface="Arial" panose="020B0604020202020204" pitchFamily="34" charset="0"/>
            </a:endParaRPr>
          </a:p>
        </p:txBody>
      </p:sp>
      <p:sp>
        <p:nvSpPr>
          <p:cNvPr id="7" name="Rectangle 6">
            <a:extLst>
              <a:ext uri="{FF2B5EF4-FFF2-40B4-BE49-F238E27FC236}">
                <a16:creationId xmlns:a16="http://schemas.microsoft.com/office/drawing/2014/main" id="{336685D3-6FC7-4C8A-44AA-2C62500E6ADF}"/>
              </a:ext>
            </a:extLst>
          </p:cNvPr>
          <p:cNvSpPr/>
          <p:nvPr/>
        </p:nvSpPr>
        <p:spPr>
          <a:xfrm>
            <a:off x="444500" y="6472555"/>
            <a:ext cx="11303000" cy="8890"/>
          </a:xfrm>
          <a:prstGeom prst="rect">
            <a:avLst/>
          </a:prstGeom>
          <a:solidFill>
            <a:srgbClr val="E6E6E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3B7970F-EDD3-1FAB-69FA-D3713E35A3EA}"/>
              </a:ext>
            </a:extLst>
          </p:cNvPr>
          <p:cNvSpPr txBox="1"/>
          <p:nvPr/>
        </p:nvSpPr>
        <p:spPr>
          <a:xfrm>
            <a:off x="444500" y="6591300"/>
            <a:ext cx="10477500" cy="276999"/>
          </a:xfrm>
          <a:prstGeom prst="rect">
            <a:avLst/>
          </a:prstGeom>
          <a:noFill/>
        </p:spPr>
        <p:txBody>
          <a:bodyPr vert="horz" wrap="none" lIns="0" tIns="0" rIns="0" bIns="0" rtlCol="0">
            <a:noAutofit/>
          </a:bodyPr>
          <a:lstStyle/>
          <a:p>
            <a:r>
              <a:rPr lang="vi-VN" sz="900">
                <a:solidFill>
                  <a:srgbClr val="666666"/>
                </a:solidFill>
                <a:latin typeface="Arial" panose="020B0604020202020204" pitchFamily="34" charset="0"/>
              </a:rPr>
              <a:t>Nguồn: main.tex, mục 3.1 • Sơ đồ nguyên lý, không phải kết quả so sánh mô phỏng.</a:t>
            </a:r>
            <a:endParaRPr lang="en-US" sz="900">
              <a:solidFill>
                <a:srgbClr val="666666"/>
              </a:solidFill>
              <a:latin typeface="Arial" panose="020B0604020202020204" pitchFamily="34" charset="0"/>
            </a:endParaRPr>
          </a:p>
        </p:txBody>
      </p:sp>
      <p:sp>
        <p:nvSpPr>
          <p:cNvPr id="9" name="TextBox 8">
            <a:extLst>
              <a:ext uri="{FF2B5EF4-FFF2-40B4-BE49-F238E27FC236}">
                <a16:creationId xmlns:a16="http://schemas.microsoft.com/office/drawing/2014/main" id="{5387CB34-AE96-B15E-39DE-8F2DC9F601A5}"/>
              </a:ext>
            </a:extLst>
          </p:cNvPr>
          <p:cNvSpPr txBox="1"/>
          <p:nvPr/>
        </p:nvSpPr>
        <p:spPr>
          <a:xfrm>
            <a:off x="10922000" y="6565900"/>
            <a:ext cx="825500" cy="276999"/>
          </a:xfrm>
          <a:prstGeom prst="rect">
            <a:avLst/>
          </a:prstGeom>
          <a:noFill/>
        </p:spPr>
        <p:txBody>
          <a:bodyPr vert="horz" wrap="none" lIns="0" tIns="0" rIns="0" bIns="0" rtlCol="0">
            <a:noAutofit/>
          </a:bodyPr>
          <a:lstStyle/>
          <a:p>
            <a:pPr algn="r"/>
            <a:r>
              <a:rPr lang="en-US" sz="1100">
                <a:solidFill>
                  <a:srgbClr val="777777"/>
                </a:solidFill>
                <a:latin typeface="Arial" panose="020B0604020202020204" pitchFamily="34" charset="0"/>
              </a:rPr>
              <a:t>10 / 13</a:t>
            </a:r>
          </a:p>
        </p:txBody>
      </p:sp>
      <p:sp>
        <p:nvSpPr>
          <p:cNvPr id="10" name="TextBox 9">
            <a:extLst>
              <a:ext uri="{FF2B5EF4-FFF2-40B4-BE49-F238E27FC236}">
                <a16:creationId xmlns:a16="http://schemas.microsoft.com/office/drawing/2014/main" id="{E7C86735-C5CB-B2D5-DCDB-FFBF7A3B7B8C}"/>
              </a:ext>
            </a:extLst>
          </p:cNvPr>
          <p:cNvSpPr txBox="1"/>
          <p:nvPr/>
        </p:nvSpPr>
        <p:spPr>
          <a:xfrm>
            <a:off x="660400" y="2108200"/>
            <a:ext cx="2222500" cy="276999"/>
          </a:xfrm>
          <a:prstGeom prst="rect">
            <a:avLst/>
          </a:prstGeom>
          <a:noFill/>
        </p:spPr>
        <p:txBody>
          <a:bodyPr vert="horz" wrap="none" lIns="0" tIns="0" rIns="0" bIns="0" rtlCol="0">
            <a:noAutofit/>
          </a:bodyPr>
          <a:lstStyle/>
          <a:p>
            <a:pPr algn="ctr"/>
            <a:r>
              <a:rPr lang="en-US" b="1">
                <a:solidFill>
                  <a:srgbClr val="202020"/>
                </a:solidFill>
                <a:latin typeface="Arial" panose="020B0604020202020204" pitchFamily="34" charset="0"/>
              </a:rPr>
              <a:t>Dijkstra</a:t>
            </a:r>
          </a:p>
        </p:txBody>
      </p:sp>
      <p:sp>
        <p:nvSpPr>
          <p:cNvPr id="11" name="TextBox 10">
            <a:extLst>
              <a:ext uri="{FF2B5EF4-FFF2-40B4-BE49-F238E27FC236}">
                <a16:creationId xmlns:a16="http://schemas.microsoft.com/office/drawing/2014/main" id="{93C16DF2-C2E0-9364-2DF4-660151E779EB}"/>
              </a:ext>
            </a:extLst>
          </p:cNvPr>
          <p:cNvSpPr txBox="1"/>
          <p:nvPr/>
        </p:nvSpPr>
        <p:spPr>
          <a:xfrm>
            <a:off x="3213100" y="2108200"/>
            <a:ext cx="2222500" cy="276999"/>
          </a:xfrm>
          <a:prstGeom prst="rect">
            <a:avLst/>
          </a:prstGeom>
          <a:noFill/>
        </p:spPr>
        <p:txBody>
          <a:bodyPr vert="horz" wrap="none" lIns="0" tIns="0" rIns="0" bIns="0" rtlCol="0">
            <a:noAutofit/>
          </a:bodyPr>
          <a:lstStyle/>
          <a:p>
            <a:pPr algn="ctr"/>
            <a:r>
              <a:rPr lang="en-US" b="1">
                <a:solidFill>
                  <a:srgbClr val="202020"/>
                </a:solidFill>
                <a:latin typeface="Arial" panose="020B0604020202020204" pitchFamily="34" charset="0"/>
              </a:rPr>
              <a:t>A*</a:t>
            </a:r>
          </a:p>
        </p:txBody>
      </p:sp>
      <p:sp>
        <p:nvSpPr>
          <p:cNvPr id="12" name="Rectangle 11">
            <a:extLst>
              <a:ext uri="{FF2B5EF4-FFF2-40B4-BE49-F238E27FC236}">
                <a16:creationId xmlns:a16="http://schemas.microsoft.com/office/drawing/2014/main" id="{607A4CFE-AF01-0D0C-CE7A-3A28E70CF777}"/>
              </a:ext>
            </a:extLst>
          </p:cNvPr>
          <p:cNvSpPr/>
          <p:nvPr/>
        </p:nvSpPr>
        <p:spPr>
          <a:xfrm>
            <a:off x="660400" y="26289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DBB4D08-8B64-7EAC-BB13-8C800B7CC9B2}"/>
              </a:ext>
            </a:extLst>
          </p:cNvPr>
          <p:cNvSpPr/>
          <p:nvPr/>
        </p:nvSpPr>
        <p:spPr>
          <a:xfrm>
            <a:off x="939800" y="26289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0B4B445-743B-4CA1-D322-03EDC4F967AC}"/>
              </a:ext>
            </a:extLst>
          </p:cNvPr>
          <p:cNvSpPr/>
          <p:nvPr/>
        </p:nvSpPr>
        <p:spPr>
          <a:xfrm>
            <a:off x="1219200" y="26289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1281D9-CC7F-38F4-53A8-68E1D7E87F46}"/>
              </a:ext>
            </a:extLst>
          </p:cNvPr>
          <p:cNvSpPr/>
          <p:nvPr/>
        </p:nvSpPr>
        <p:spPr>
          <a:xfrm>
            <a:off x="1498600" y="2628900"/>
            <a:ext cx="279400" cy="279400"/>
          </a:xfrm>
          <a:prstGeom prst="rect">
            <a:avLst/>
          </a:prstGeom>
          <a:solidFill>
            <a:srgbClr val="555555"/>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8B58979-7379-3275-A53A-7779A639EF4F}"/>
              </a:ext>
            </a:extLst>
          </p:cNvPr>
          <p:cNvSpPr/>
          <p:nvPr/>
        </p:nvSpPr>
        <p:spPr>
          <a:xfrm>
            <a:off x="1778000" y="26289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CA66F27-16F3-790F-B78F-FC5DB7E69559}"/>
              </a:ext>
            </a:extLst>
          </p:cNvPr>
          <p:cNvSpPr/>
          <p:nvPr/>
        </p:nvSpPr>
        <p:spPr>
          <a:xfrm>
            <a:off x="2057400" y="26289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9839086-4FCC-8850-9A5B-AC495B39CE87}"/>
              </a:ext>
            </a:extLst>
          </p:cNvPr>
          <p:cNvSpPr/>
          <p:nvPr/>
        </p:nvSpPr>
        <p:spPr>
          <a:xfrm>
            <a:off x="2336800" y="26289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B266CF9-BD0E-A99F-60F1-7445D6C231B5}"/>
              </a:ext>
            </a:extLst>
          </p:cNvPr>
          <p:cNvSpPr/>
          <p:nvPr/>
        </p:nvSpPr>
        <p:spPr>
          <a:xfrm>
            <a:off x="2616200" y="26289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A8170AA-7B7C-5BA0-C285-55252A2EA74D}"/>
              </a:ext>
            </a:extLst>
          </p:cNvPr>
          <p:cNvSpPr/>
          <p:nvPr/>
        </p:nvSpPr>
        <p:spPr>
          <a:xfrm>
            <a:off x="660400" y="29083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020C2D3-566E-8563-81FB-AEEFAA62DCD1}"/>
              </a:ext>
            </a:extLst>
          </p:cNvPr>
          <p:cNvSpPr/>
          <p:nvPr/>
        </p:nvSpPr>
        <p:spPr>
          <a:xfrm>
            <a:off x="939800" y="29083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BFD88A6-264B-B379-32C0-F5E7DF1F309E}"/>
              </a:ext>
            </a:extLst>
          </p:cNvPr>
          <p:cNvSpPr/>
          <p:nvPr/>
        </p:nvSpPr>
        <p:spPr>
          <a:xfrm>
            <a:off x="1219200" y="29083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6E5B64F-7908-2691-5F98-6937ECC84DAF}"/>
              </a:ext>
            </a:extLst>
          </p:cNvPr>
          <p:cNvSpPr/>
          <p:nvPr/>
        </p:nvSpPr>
        <p:spPr>
          <a:xfrm>
            <a:off x="1498600" y="2908300"/>
            <a:ext cx="279400" cy="279400"/>
          </a:xfrm>
          <a:prstGeom prst="rect">
            <a:avLst/>
          </a:prstGeom>
          <a:solidFill>
            <a:srgbClr val="555555"/>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CDE1EB3-89A4-F187-EB7B-CD3DA37AC8FB}"/>
              </a:ext>
            </a:extLst>
          </p:cNvPr>
          <p:cNvSpPr/>
          <p:nvPr/>
        </p:nvSpPr>
        <p:spPr>
          <a:xfrm>
            <a:off x="1778000" y="29083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0F3BC31-24A1-D408-46AB-C5E1836E4432}"/>
              </a:ext>
            </a:extLst>
          </p:cNvPr>
          <p:cNvSpPr/>
          <p:nvPr/>
        </p:nvSpPr>
        <p:spPr>
          <a:xfrm>
            <a:off x="2057400" y="29083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A109927-5A09-96F9-B926-3B78BE1429B0}"/>
              </a:ext>
            </a:extLst>
          </p:cNvPr>
          <p:cNvSpPr/>
          <p:nvPr/>
        </p:nvSpPr>
        <p:spPr>
          <a:xfrm>
            <a:off x="2336800" y="29083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6D9E201-7E2F-A696-6E6C-70E201BDC380}"/>
              </a:ext>
            </a:extLst>
          </p:cNvPr>
          <p:cNvSpPr/>
          <p:nvPr/>
        </p:nvSpPr>
        <p:spPr>
          <a:xfrm>
            <a:off x="2616200" y="29083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4A1BC3D-9B94-F945-D472-BD748C343D24}"/>
              </a:ext>
            </a:extLst>
          </p:cNvPr>
          <p:cNvSpPr/>
          <p:nvPr/>
        </p:nvSpPr>
        <p:spPr>
          <a:xfrm>
            <a:off x="660400" y="31877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22D9E80-AAE3-3F9E-AF6A-774A3C55072C}"/>
              </a:ext>
            </a:extLst>
          </p:cNvPr>
          <p:cNvSpPr/>
          <p:nvPr/>
        </p:nvSpPr>
        <p:spPr>
          <a:xfrm>
            <a:off x="939800" y="31877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BE5BFCE0-AF54-9C50-683A-AC4930B99DD7}"/>
              </a:ext>
            </a:extLst>
          </p:cNvPr>
          <p:cNvSpPr/>
          <p:nvPr/>
        </p:nvSpPr>
        <p:spPr>
          <a:xfrm>
            <a:off x="1219200" y="31877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D4A2D4A-7D32-3D7B-89EE-BF86E5AB2DD4}"/>
              </a:ext>
            </a:extLst>
          </p:cNvPr>
          <p:cNvSpPr/>
          <p:nvPr/>
        </p:nvSpPr>
        <p:spPr>
          <a:xfrm>
            <a:off x="1498600" y="3187700"/>
            <a:ext cx="279400" cy="279400"/>
          </a:xfrm>
          <a:prstGeom prst="rect">
            <a:avLst/>
          </a:prstGeom>
          <a:solidFill>
            <a:srgbClr val="555555"/>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9E9607A2-80FD-8F65-8A48-A85794FA1D6A}"/>
              </a:ext>
            </a:extLst>
          </p:cNvPr>
          <p:cNvSpPr/>
          <p:nvPr/>
        </p:nvSpPr>
        <p:spPr>
          <a:xfrm>
            <a:off x="1778000" y="31877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66E067CE-B047-38FA-74A0-FFBAF802983D}"/>
              </a:ext>
            </a:extLst>
          </p:cNvPr>
          <p:cNvSpPr/>
          <p:nvPr/>
        </p:nvSpPr>
        <p:spPr>
          <a:xfrm>
            <a:off x="2057400" y="31877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C849E9C-C8A0-EBD1-39EA-F654B49BF0C9}"/>
              </a:ext>
            </a:extLst>
          </p:cNvPr>
          <p:cNvSpPr/>
          <p:nvPr/>
        </p:nvSpPr>
        <p:spPr>
          <a:xfrm>
            <a:off x="2336800" y="31877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EC09B91A-6321-438E-D8E3-5B55C0A4BC50}"/>
              </a:ext>
            </a:extLst>
          </p:cNvPr>
          <p:cNvSpPr/>
          <p:nvPr/>
        </p:nvSpPr>
        <p:spPr>
          <a:xfrm>
            <a:off x="2616200" y="31877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2D0D0EBC-1829-DA27-9699-D63A3D29B9D9}"/>
              </a:ext>
            </a:extLst>
          </p:cNvPr>
          <p:cNvSpPr/>
          <p:nvPr/>
        </p:nvSpPr>
        <p:spPr>
          <a:xfrm>
            <a:off x="660400" y="34671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B84F88BA-A1D5-4329-F338-E8B7FBC2CE93}"/>
              </a:ext>
            </a:extLst>
          </p:cNvPr>
          <p:cNvSpPr/>
          <p:nvPr/>
        </p:nvSpPr>
        <p:spPr>
          <a:xfrm>
            <a:off x="939800" y="34671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87512999-F5C7-A42A-0E3E-EB17FEC3F65C}"/>
              </a:ext>
            </a:extLst>
          </p:cNvPr>
          <p:cNvSpPr/>
          <p:nvPr/>
        </p:nvSpPr>
        <p:spPr>
          <a:xfrm>
            <a:off x="1219200" y="34671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0DF7CAEB-A0BD-C691-5114-A7256698F340}"/>
              </a:ext>
            </a:extLst>
          </p:cNvPr>
          <p:cNvSpPr/>
          <p:nvPr/>
        </p:nvSpPr>
        <p:spPr>
          <a:xfrm>
            <a:off x="1498600" y="3467100"/>
            <a:ext cx="279400" cy="279400"/>
          </a:xfrm>
          <a:prstGeom prst="rect">
            <a:avLst/>
          </a:prstGeom>
          <a:solidFill>
            <a:srgbClr val="555555"/>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2B7B76FE-BD0A-FCCB-5B02-B054097DE27A}"/>
              </a:ext>
            </a:extLst>
          </p:cNvPr>
          <p:cNvSpPr/>
          <p:nvPr/>
        </p:nvSpPr>
        <p:spPr>
          <a:xfrm>
            <a:off x="1778000" y="34671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10161E86-9FA2-F540-3DC1-FAAA4551D599}"/>
              </a:ext>
            </a:extLst>
          </p:cNvPr>
          <p:cNvSpPr/>
          <p:nvPr/>
        </p:nvSpPr>
        <p:spPr>
          <a:xfrm>
            <a:off x="2057400" y="34671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4BAFDFB5-F88F-53EF-81F6-B8EEA54C47A3}"/>
              </a:ext>
            </a:extLst>
          </p:cNvPr>
          <p:cNvSpPr/>
          <p:nvPr/>
        </p:nvSpPr>
        <p:spPr>
          <a:xfrm>
            <a:off x="2336800" y="34671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7BBF283E-63CB-A952-CFF5-D0FC072793F0}"/>
              </a:ext>
            </a:extLst>
          </p:cNvPr>
          <p:cNvSpPr/>
          <p:nvPr/>
        </p:nvSpPr>
        <p:spPr>
          <a:xfrm>
            <a:off x="2616200" y="34671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D0388212-5442-7F69-3F8C-3E86F8832805}"/>
              </a:ext>
            </a:extLst>
          </p:cNvPr>
          <p:cNvSpPr/>
          <p:nvPr/>
        </p:nvSpPr>
        <p:spPr>
          <a:xfrm>
            <a:off x="660400" y="37465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C4BA013E-CF83-331A-5708-BD7DD77ECD1A}"/>
              </a:ext>
            </a:extLst>
          </p:cNvPr>
          <p:cNvSpPr/>
          <p:nvPr/>
        </p:nvSpPr>
        <p:spPr>
          <a:xfrm>
            <a:off x="939800" y="37465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EB0E822C-DC42-B0E3-8CB1-06907078BF34}"/>
              </a:ext>
            </a:extLst>
          </p:cNvPr>
          <p:cNvSpPr/>
          <p:nvPr/>
        </p:nvSpPr>
        <p:spPr>
          <a:xfrm>
            <a:off x="1219200" y="37465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E633A9CC-D0C0-E949-6D0D-30AA16A8DF1C}"/>
              </a:ext>
            </a:extLst>
          </p:cNvPr>
          <p:cNvSpPr/>
          <p:nvPr/>
        </p:nvSpPr>
        <p:spPr>
          <a:xfrm>
            <a:off x="1498600" y="3746500"/>
            <a:ext cx="279400" cy="279400"/>
          </a:xfrm>
          <a:prstGeom prst="rect">
            <a:avLst/>
          </a:prstGeom>
          <a:solidFill>
            <a:srgbClr val="555555"/>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64AD7EA7-DDF9-D5AD-B50E-3B53C0CC0962}"/>
              </a:ext>
            </a:extLst>
          </p:cNvPr>
          <p:cNvSpPr/>
          <p:nvPr/>
        </p:nvSpPr>
        <p:spPr>
          <a:xfrm>
            <a:off x="1778000" y="37465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B45696CF-C876-E290-BA50-43764B85D367}"/>
              </a:ext>
            </a:extLst>
          </p:cNvPr>
          <p:cNvSpPr/>
          <p:nvPr/>
        </p:nvSpPr>
        <p:spPr>
          <a:xfrm>
            <a:off x="2057400" y="37465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D1CD1CFA-4940-AB96-1674-413B54126827}"/>
              </a:ext>
            </a:extLst>
          </p:cNvPr>
          <p:cNvSpPr/>
          <p:nvPr/>
        </p:nvSpPr>
        <p:spPr>
          <a:xfrm>
            <a:off x="2336800" y="37465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B37BE725-1604-3C67-52A7-100BFBCFD535}"/>
              </a:ext>
            </a:extLst>
          </p:cNvPr>
          <p:cNvSpPr/>
          <p:nvPr/>
        </p:nvSpPr>
        <p:spPr>
          <a:xfrm>
            <a:off x="2616200" y="37465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9BA03318-6688-702D-6FB2-0A67E7974610}"/>
              </a:ext>
            </a:extLst>
          </p:cNvPr>
          <p:cNvSpPr/>
          <p:nvPr/>
        </p:nvSpPr>
        <p:spPr>
          <a:xfrm>
            <a:off x="660400" y="40259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0288DA12-C683-2624-9499-34B24E97C795}"/>
              </a:ext>
            </a:extLst>
          </p:cNvPr>
          <p:cNvSpPr/>
          <p:nvPr/>
        </p:nvSpPr>
        <p:spPr>
          <a:xfrm>
            <a:off x="939800" y="40259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258AF6D0-706B-6165-DD99-04753B54EC75}"/>
              </a:ext>
            </a:extLst>
          </p:cNvPr>
          <p:cNvSpPr/>
          <p:nvPr/>
        </p:nvSpPr>
        <p:spPr>
          <a:xfrm>
            <a:off x="1219200" y="40259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AF517A02-C673-4A48-7D6B-4A289DA274F1}"/>
              </a:ext>
            </a:extLst>
          </p:cNvPr>
          <p:cNvSpPr/>
          <p:nvPr/>
        </p:nvSpPr>
        <p:spPr>
          <a:xfrm>
            <a:off x="1498600" y="40259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12C626AE-9AF3-2662-E75B-6EB1DDB4911E}"/>
              </a:ext>
            </a:extLst>
          </p:cNvPr>
          <p:cNvSpPr/>
          <p:nvPr/>
        </p:nvSpPr>
        <p:spPr>
          <a:xfrm>
            <a:off x="1778000" y="40259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397C016F-242B-B79C-5329-78C7627A640C}"/>
              </a:ext>
            </a:extLst>
          </p:cNvPr>
          <p:cNvSpPr/>
          <p:nvPr/>
        </p:nvSpPr>
        <p:spPr>
          <a:xfrm>
            <a:off x="2057400" y="40259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0B0CF0AB-FD2F-1FC5-6812-7B3E1E928CBF}"/>
              </a:ext>
            </a:extLst>
          </p:cNvPr>
          <p:cNvSpPr/>
          <p:nvPr/>
        </p:nvSpPr>
        <p:spPr>
          <a:xfrm>
            <a:off x="2336800" y="40259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4142F03E-791A-007E-8F96-E68DB8818886}"/>
              </a:ext>
            </a:extLst>
          </p:cNvPr>
          <p:cNvSpPr/>
          <p:nvPr/>
        </p:nvSpPr>
        <p:spPr>
          <a:xfrm>
            <a:off x="2616200" y="40259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40F63D52-7DD3-DACB-6D7B-CAB2C0B61014}"/>
              </a:ext>
            </a:extLst>
          </p:cNvPr>
          <p:cNvSpPr/>
          <p:nvPr/>
        </p:nvSpPr>
        <p:spPr>
          <a:xfrm>
            <a:off x="660400" y="43053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244E789B-F387-87D2-83CE-418AB099A3C2}"/>
              </a:ext>
            </a:extLst>
          </p:cNvPr>
          <p:cNvSpPr/>
          <p:nvPr/>
        </p:nvSpPr>
        <p:spPr>
          <a:xfrm>
            <a:off x="939800" y="43053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C7C7B10B-504A-9584-C85E-1F39A93838A3}"/>
              </a:ext>
            </a:extLst>
          </p:cNvPr>
          <p:cNvSpPr/>
          <p:nvPr/>
        </p:nvSpPr>
        <p:spPr>
          <a:xfrm>
            <a:off x="1219200" y="43053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2322009E-B9B3-08D2-A9C4-EB7E86260DCC}"/>
              </a:ext>
            </a:extLst>
          </p:cNvPr>
          <p:cNvSpPr/>
          <p:nvPr/>
        </p:nvSpPr>
        <p:spPr>
          <a:xfrm>
            <a:off x="1498600" y="43053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B90130BF-4C64-B4AE-E8B8-9AA45010EC73}"/>
              </a:ext>
            </a:extLst>
          </p:cNvPr>
          <p:cNvSpPr/>
          <p:nvPr/>
        </p:nvSpPr>
        <p:spPr>
          <a:xfrm>
            <a:off x="1778000" y="43053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8D8B5861-DB66-99D4-1310-9FE59FED7D28}"/>
              </a:ext>
            </a:extLst>
          </p:cNvPr>
          <p:cNvSpPr/>
          <p:nvPr/>
        </p:nvSpPr>
        <p:spPr>
          <a:xfrm>
            <a:off x="2057400" y="43053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9ACF009E-D08C-2D51-BEB6-1FD2B67091EE}"/>
              </a:ext>
            </a:extLst>
          </p:cNvPr>
          <p:cNvSpPr/>
          <p:nvPr/>
        </p:nvSpPr>
        <p:spPr>
          <a:xfrm>
            <a:off x="2336800" y="43053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59B479DC-EF29-22A6-D04E-AF0ED2B0A5CB}"/>
              </a:ext>
            </a:extLst>
          </p:cNvPr>
          <p:cNvSpPr/>
          <p:nvPr/>
        </p:nvSpPr>
        <p:spPr>
          <a:xfrm>
            <a:off x="2616200" y="43053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10F535F4-8F53-829A-6866-876B51FB21C0}"/>
              </a:ext>
            </a:extLst>
          </p:cNvPr>
          <p:cNvSpPr/>
          <p:nvPr/>
        </p:nvSpPr>
        <p:spPr>
          <a:xfrm>
            <a:off x="800100" y="3310255"/>
            <a:ext cx="2794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21166E44-4C02-62D3-B973-1196C33E14FC}"/>
              </a:ext>
            </a:extLst>
          </p:cNvPr>
          <p:cNvSpPr/>
          <p:nvPr/>
        </p:nvSpPr>
        <p:spPr>
          <a:xfrm>
            <a:off x="1079500" y="3310255"/>
            <a:ext cx="2794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F5FD54E5-4164-9555-12F5-E58B958DCDBE}"/>
              </a:ext>
            </a:extLst>
          </p:cNvPr>
          <p:cNvSpPr/>
          <p:nvPr/>
        </p:nvSpPr>
        <p:spPr>
          <a:xfrm rot="5400000">
            <a:off x="1219200" y="3449955"/>
            <a:ext cx="2794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3B159EC6-C5A2-979D-846D-1A9E1F5EF42E}"/>
              </a:ext>
            </a:extLst>
          </p:cNvPr>
          <p:cNvSpPr/>
          <p:nvPr/>
        </p:nvSpPr>
        <p:spPr>
          <a:xfrm rot="5400000">
            <a:off x="1219200" y="3729355"/>
            <a:ext cx="2794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8EE2CA4D-1D1D-4C96-F152-D7D2DEB11A31}"/>
              </a:ext>
            </a:extLst>
          </p:cNvPr>
          <p:cNvSpPr/>
          <p:nvPr/>
        </p:nvSpPr>
        <p:spPr>
          <a:xfrm rot="5400000">
            <a:off x="1219200" y="4008755"/>
            <a:ext cx="2794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28346073-E018-A34B-8E6C-D8CAD360F3FA}"/>
              </a:ext>
            </a:extLst>
          </p:cNvPr>
          <p:cNvSpPr/>
          <p:nvPr/>
        </p:nvSpPr>
        <p:spPr>
          <a:xfrm>
            <a:off x="1358900" y="4148455"/>
            <a:ext cx="2794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DF6162E7-5C65-5889-2CB3-DA582C2E90DA}"/>
              </a:ext>
            </a:extLst>
          </p:cNvPr>
          <p:cNvSpPr/>
          <p:nvPr/>
        </p:nvSpPr>
        <p:spPr>
          <a:xfrm>
            <a:off x="1638300" y="4148455"/>
            <a:ext cx="2794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D73E65AF-6496-E44C-6288-409A9BA0563E}"/>
              </a:ext>
            </a:extLst>
          </p:cNvPr>
          <p:cNvSpPr/>
          <p:nvPr/>
        </p:nvSpPr>
        <p:spPr>
          <a:xfrm>
            <a:off x="1917700" y="4148455"/>
            <a:ext cx="2794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747183D2-4B2D-9FE8-66E5-38D0C5B24307}"/>
              </a:ext>
            </a:extLst>
          </p:cNvPr>
          <p:cNvSpPr/>
          <p:nvPr/>
        </p:nvSpPr>
        <p:spPr>
          <a:xfrm>
            <a:off x="2197100" y="4148455"/>
            <a:ext cx="2794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A5B2776C-63E0-6E79-D42A-F10805413291}"/>
              </a:ext>
            </a:extLst>
          </p:cNvPr>
          <p:cNvSpPr/>
          <p:nvPr/>
        </p:nvSpPr>
        <p:spPr>
          <a:xfrm>
            <a:off x="2476500" y="4148455"/>
            <a:ext cx="2794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F113628B-030E-ABC5-9B52-D08AFE43D432}"/>
              </a:ext>
            </a:extLst>
          </p:cNvPr>
          <p:cNvSpPr/>
          <p:nvPr/>
        </p:nvSpPr>
        <p:spPr>
          <a:xfrm rot="-5400000">
            <a:off x="2616200" y="4008755"/>
            <a:ext cx="2794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22C7EF14-795E-FFEB-AF40-4BFD8ABE45AD}"/>
              </a:ext>
            </a:extLst>
          </p:cNvPr>
          <p:cNvSpPr/>
          <p:nvPr/>
        </p:nvSpPr>
        <p:spPr>
          <a:xfrm rot="-5400000">
            <a:off x="2616200" y="3729355"/>
            <a:ext cx="2794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6A3B40A9-A46A-688A-9D88-B8E8F4E187BC}"/>
              </a:ext>
            </a:extLst>
          </p:cNvPr>
          <p:cNvSpPr/>
          <p:nvPr/>
        </p:nvSpPr>
        <p:spPr>
          <a:xfrm rot="-5400000">
            <a:off x="2616200" y="3449955"/>
            <a:ext cx="2794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E87A729F-DA2C-0280-5B18-64A35013F487}"/>
              </a:ext>
            </a:extLst>
          </p:cNvPr>
          <p:cNvSpPr/>
          <p:nvPr/>
        </p:nvSpPr>
        <p:spPr>
          <a:xfrm>
            <a:off x="736600" y="3263900"/>
            <a:ext cx="127000" cy="127000"/>
          </a:xfrm>
          <a:prstGeom prst="ellipse">
            <a:avLst/>
          </a:prstGeom>
          <a:solidFill>
            <a:srgbClr val="2222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17C4C76D-0238-9157-ACC3-494547BC5AD2}"/>
              </a:ext>
            </a:extLst>
          </p:cNvPr>
          <p:cNvSpPr/>
          <p:nvPr/>
        </p:nvSpPr>
        <p:spPr>
          <a:xfrm>
            <a:off x="2692400" y="3263900"/>
            <a:ext cx="127000" cy="127000"/>
          </a:xfrm>
          <a:prstGeom prst="ellipse">
            <a:avLst/>
          </a:prstGeom>
          <a:solidFill>
            <a:srgbClr val="1987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791C44CD-2196-A897-911B-E479B51199F2}"/>
              </a:ext>
            </a:extLst>
          </p:cNvPr>
          <p:cNvSpPr/>
          <p:nvPr/>
        </p:nvSpPr>
        <p:spPr>
          <a:xfrm>
            <a:off x="3213100" y="26289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8809B9AF-9FCC-95B6-2D97-B87C4630309C}"/>
              </a:ext>
            </a:extLst>
          </p:cNvPr>
          <p:cNvSpPr/>
          <p:nvPr/>
        </p:nvSpPr>
        <p:spPr>
          <a:xfrm>
            <a:off x="3492500" y="26289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62F5600D-9DEA-97EC-27F5-EF4BE970A07A}"/>
              </a:ext>
            </a:extLst>
          </p:cNvPr>
          <p:cNvSpPr/>
          <p:nvPr/>
        </p:nvSpPr>
        <p:spPr>
          <a:xfrm>
            <a:off x="3771900" y="26289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18603174-6B44-77D9-F7CC-4CACC94CF0A6}"/>
              </a:ext>
            </a:extLst>
          </p:cNvPr>
          <p:cNvSpPr/>
          <p:nvPr/>
        </p:nvSpPr>
        <p:spPr>
          <a:xfrm>
            <a:off x="4051300" y="2628900"/>
            <a:ext cx="279400" cy="279400"/>
          </a:xfrm>
          <a:prstGeom prst="rect">
            <a:avLst/>
          </a:prstGeom>
          <a:solidFill>
            <a:srgbClr val="555555"/>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D2D7BFE4-9EF6-F672-6DBB-46C2A8A88D01}"/>
              </a:ext>
            </a:extLst>
          </p:cNvPr>
          <p:cNvSpPr/>
          <p:nvPr/>
        </p:nvSpPr>
        <p:spPr>
          <a:xfrm>
            <a:off x="4330700" y="26289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C8430916-426C-4985-1221-3AA22288D3FA}"/>
              </a:ext>
            </a:extLst>
          </p:cNvPr>
          <p:cNvSpPr/>
          <p:nvPr/>
        </p:nvSpPr>
        <p:spPr>
          <a:xfrm>
            <a:off x="4610100" y="26289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5A0E4F46-A965-4A44-8236-76593B951EEE}"/>
              </a:ext>
            </a:extLst>
          </p:cNvPr>
          <p:cNvSpPr/>
          <p:nvPr/>
        </p:nvSpPr>
        <p:spPr>
          <a:xfrm>
            <a:off x="4889500" y="26289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3EEB527C-6956-B31F-C8D4-D81F813E6888}"/>
              </a:ext>
            </a:extLst>
          </p:cNvPr>
          <p:cNvSpPr/>
          <p:nvPr/>
        </p:nvSpPr>
        <p:spPr>
          <a:xfrm>
            <a:off x="5168900" y="26289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C1F29D63-8FDF-E0A5-C7A0-6273E4B3DA23}"/>
              </a:ext>
            </a:extLst>
          </p:cNvPr>
          <p:cNvSpPr/>
          <p:nvPr/>
        </p:nvSpPr>
        <p:spPr>
          <a:xfrm>
            <a:off x="3213100" y="29083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CEDA27B6-8A79-7B39-14D8-04506F5F16C5}"/>
              </a:ext>
            </a:extLst>
          </p:cNvPr>
          <p:cNvSpPr/>
          <p:nvPr/>
        </p:nvSpPr>
        <p:spPr>
          <a:xfrm>
            <a:off x="3492500" y="29083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B046C265-E5B1-326D-1C20-F1E1BD4C21D8}"/>
              </a:ext>
            </a:extLst>
          </p:cNvPr>
          <p:cNvSpPr/>
          <p:nvPr/>
        </p:nvSpPr>
        <p:spPr>
          <a:xfrm>
            <a:off x="3771900" y="29083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C0F434F9-7317-11E8-05C9-6B038FD97ACD}"/>
              </a:ext>
            </a:extLst>
          </p:cNvPr>
          <p:cNvSpPr/>
          <p:nvPr/>
        </p:nvSpPr>
        <p:spPr>
          <a:xfrm>
            <a:off x="4051300" y="2908300"/>
            <a:ext cx="279400" cy="279400"/>
          </a:xfrm>
          <a:prstGeom prst="rect">
            <a:avLst/>
          </a:prstGeom>
          <a:solidFill>
            <a:srgbClr val="555555"/>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12A4F2A3-E210-3560-B2FD-7916810F64B7}"/>
              </a:ext>
            </a:extLst>
          </p:cNvPr>
          <p:cNvSpPr/>
          <p:nvPr/>
        </p:nvSpPr>
        <p:spPr>
          <a:xfrm>
            <a:off x="4330700" y="29083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64FC51EE-E7BC-2E10-A6F5-DFE44D029EB2}"/>
              </a:ext>
            </a:extLst>
          </p:cNvPr>
          <p:cNvSpPr/>
          <p:nvPr/>
        </p:nvSpPr>
        <p:spPr>
          <a:xfrm>
            <a:off x="4610100" y="29083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BFD0CEC2-289A-7279-0F10-87B2F2FEAE00}"/>
              </a:ext>
            </a:extLst>
          </p:cNvPr>
          <p:cNvSpPr/>
          <p:nvPr/>
        </p:nvSpPr>
        <p:spPr>
          <a:xfrm>
            <a:off x="4889500" y="29083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713FD995-F1C5-432D-08ED-33750B503CE1}"/>
              </a:ext>
            </a:extLst>
          </p:cNvPr>
          <p:cNvSpPr/>
          <p:nvPr/>
        </p:nvSpPr>
        <p:spPr>
          <a:xfrm>
            <a:off x="5168900" y="29083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0F4A7B0F-7B58-D39E-EA6A-EAB1113AA474}"/>
              </a:ext>
            </a:extLst>
          </p:cNvPr>
          <p:cNvSpPr/>
          <p:nvPr/>
        </p:nvSpPr>
        <p:spPr>
          <a:xfrm>
            <a:off x="3213100" y="31877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15249DED-A794-8482-3747-C69BBF879973}"/>
              </a:ext>
            </a:extLst>
          </p:cNvPr>
          <p:cNvSpPr/>
          <p:nvPr/>
        </p:nvSpPr>
        <p:spPr>
          <a:xfrm>
            <a:off x="3492500" y="31877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579E9294-08BF-7CE9-241B-AE9878FEF249}"/>
              </a:ext>
            </a:extLst>
          </p:cNvPr>
          <p:cNvSpPr/>
          <p:nvPr/>
        </p:nvSpPr>
        <p:spPr>
          <a:xfrm>
            <a:off x="3771900" y="31877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129BA128-0366-08E7-B0F9-B78440BB5E4B}"/>
              </a:ext>
            </a:extLst>
          </p:cNvPr>
          <p:cNvSpPr/>
          <p:nvPr/>
        </p:nvSpPr>
        <p:spPr>
          <a:xfrm>
            <a:off x="4051300" y="3187700"/>
            <a:ext cx="279400" cy="279400"/>
          </a:xfrm>
          <a:prstGeom prst="rect">
            <a:avLst/>
          </a:prstGeom>
          <a:solidFill>
            <a:srgbClr val="555555"/>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6144BFBC-B833-D0F6-A462-D5C9350DFEC0}"/>
              </a:ext>
            </a:extLst>
          </p:cNvPr>
          <p:cNvSpPr/>
          <p:nvPr/>
        </p:nvSpPr>
        <p:spPr>
          <a:xfrm>
            <a:off x="4330700" y="31877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F29580FE-7332-2565-8BE8-47CF4AB030F9}"/>
              </a:ext>
            </a:extLst>
          </p:cNvPr>
          <p:cNvSpPr/>
          <p:nvPr/>
        </p:nvSpPr>
        <p:spPr>
          <a:xfrm>
            <a:off x="4610100" y="31877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548C359A-E728-2A40-BA81-6B81D58C0E92}"/>
              </a:ext>
            </a:extLst>
          </p:cNvPr>
          <p:cNvSpPr/>
          <p:nvPr/>
        </p:nvSpPr>
        <p:spPr>
          <a:xfrm>
            <a:off x="4889500" y="31877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E39AA2C4-7E3E-48EB-52AA-7E0A3A8896CD}"/>
              </a:ext>
            </a:extLst>
          </p:cNvPr>
          <p:cNvSpPr/>
          <p:nvPr/>
        </p:nvSpPr>
        <p:spPr>
          <a:xfrm>
            <a:off x="5168900" y="31877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212B3723-9694-A2E9-1288-04E59F633123}"/>
              </a:ext>
            </a:extLst>
          </p:cNvPr>
          <p:cNvSpPr/>
          <p:nvPr/>
        </p:nvSpPr>
        <p:spPr>
          <a:xfrm>
            <a:off x="3213100" y="34671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A1641A22-6D23-5D8F-D654-E771EA6E60E9}"/>
              </a:ext>
            </a:extLst>
          </p:cNvPr>
          <p:cNvSpPr/>
          <p:nvPr/>
        </p:nvSpPr>
        <p:spPr>
          <a:xfrm>
            <a:off x="3492500" y="34671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CF74760F-8CCE-32F7-C315-9BBA262554DC}"/>
              </a:ext>
            </a:extLst>
          </p:cNvPr>
          <p:cNvSpPr/>
          <p:nvPr/>
        </p:nvSpPr>
        <p:spPr>
          <a:xfrm>
            <a:off x="3771900" y="34671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A355198E-9C25-BF1E-0C7D-56FE4E631E4E}"/>
              </a:ext>
            </a:extLst>
          </p:cNvPr>
          <p:cNvSpPr/>
          <p:nvPr/>
        </p:nvSpPr>
        <p:spPr>
          <a:xfrm>
            <a:off x="4051300" y="3467100"/>
            <a:ext cx="279400" cy="279400"/>
          </a:xfrm>
          <a:prstGeom prst="rect">
            <a:avLst/>
          </a:prstGeom>
          <a:solidFill>
            <a:srgbClr val="555555"/>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2D431868-420D-7CA5-FF1D-9A844FA9FEFD}"/>
              </a:ext>
            </a:extLst>
          </p:cNvPr>
          <p:cNvSpPr/>
          <p:nvPr/>
        </p:nvSpPr>
        <p:spPr>
          <a:xfrm>
            <a:off x="4330700" y="34671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D87160B0-E854-0036-35BD-2671B4973215}"/>
              </a:ext>
            </a:extLst>
          </p:cNvPr>
          <p:cNvSpPr/>
          <p:nvPr/>
        </p:nvSpPr>
        <p:spPr>
          <a:xfrm>
            <a:off x="4610100" y="34671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460A820B-CF42-920B-F046-F9BD7D1F13EB}"/>
              </a:ext>
            </a:extLst>
          </p:cNvPr>
          <p:cNvSpPr/>
          <p:nvPr/>
        </p:nvSpPr>
        <p:spPr>
          <a:xfrm>
            <a:off x="4889500" y="34671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8E92E8C0-B69A-2643-3B8F-D9E5CA80A3C7}"/>
              </a:ext>
            </a:extLst>
          </p:cNvPr>
          <p:cNvSpPr/>
          <p:nvPr/>
        </p:nvSpPr>
        <p:spPr>
          <a:xfrm>
            <a:off x="5168900" y="34671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2FD29BC5-FD2B-1A67-2F76-2F3A274BD8C8}"/>
              </a:ext>
            </a:extLst>
          </p:cNvPr>
          <p:cNvSpPr/>
          <p:nvPr/>
        </p:nvSpPr>
        <p:spPr>
          <a:xfrm>
            <a:off x="3213100" y="37465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a:extLst>
              <a:ext uri="{FF2B5EF4-FFF2-40B4-BE49-F238E27FC236}">
                <a16:creationId xmlns:a16="http://schemas.microsoft.com/office/drawing/2014/main" id="{8808970B-103F-136C-6726-0AE564BC1FC9}"/>
              </a:ext>
            </a:extLst>
          </p:cNvPr>
          <p:cNvSpPr/>
          <p:nvPr/>
        </p:nvSpPr>
        <p:spPr>
          <a:xfrm>
            <a:off x="3492500" y="37465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26B39499-CB5D-90C8-0525-4D7F1F01EC14}"/>
              </a:ext>
            </a:extLst>
          </p:cNvPr>
          <p:cNvSpPr/>
          <p:nvPr/>
        </p:nvSpPr>
        <p:spPr>
          <a:xfrm>
            <a:off x="3771900" y="37465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3153F586-82D3-D50B-3283-8F9DE1C7FD4F}"/>
              </a:ext>
            </a:extLst>
          </p:cNvPr>
          <p:cNvSpPr/>
          <p:nvPr/>
        </p:nvSpPr>
        <p:spPr>
          <a:xfrm>
            <a:off x="4051300" y="3746500"/>
            <a:ext cx="279400" cy="279400"/>
          </a:xfrm>
          <a:prstGeom prst="rect">
            <a:avLst/>
          </a:prstGeom>
          <a:solidFill>
            <a:srgbClr val="555555"/>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43FBD5D2-1B77-BD68-C774-8012088C22B6}"/>
              </a:ext>
            </a:extLst>
          </p:cNvPr>
          <p:cNvSpPr/>
          <p:nvPr/>
        </p:nvSpPr>
        <p:spPr>
          <a:xfrm>
            <a:off x="4330700" y="37465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A97511CE-8BC4-5CDF-2E75-4233F2522F47}"/>
              </a:ext>
            </a:extLst>
          </p:cNvPr>
          <p:cNvSpPr/>
          <p:nvPr/>
        </p:nvSpPr>
        <p:spPr>
          <a:xfrm>
            <a:off x="4610100" y="37465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5BDEC107-F24E-10F6-FAB7-D1157374E0D1}"/>
              </a:ext>
            </a:extLst>
          </p:cNvPr>
          <p:cNvSpPr/>
          <p:nvPr/>
        </p:nvSpPr>
        <p:spPr>
          <a:xfrm>
            <a:off x="4889500" y="37465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60A803D3-EEF6-DE29-C9C4-01701B25A01C}"/>
              </a:ext>
            </a:extLst>
          </p:cNvPr>
          <p:cNvSpPr/>
          <p:nvPr/>
        </p:nvSpPr>
        <p:spPr>
          <a:xfrm>
            <a:off x="5168900" y="37465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7D6B0FF2-2E6B-C4DA-DBC1-6953E04218C3}"/>
              </a:ext>
            </a:extLst>
          </p:cNvPr>
          <p:cNvSpPr/>
          <p:nvPr/>
        </p:nvSpPr>
        <p:spPr>
          <a:xfrm>
            <a:off x="3213100" y="40259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D1C890AF-6F18-F96F-F243-C13C58292C94}"/>
              </a:ext>
            </a:extLst>
          </p:cNvPr>
          <p:cNvSpPr/>
          <p:nvPr/>
        </p:nvSpPr>
        <p:spPr>
          <a:xfrm>
            <a:off x="3492500" y="40259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a:extLst>
              <a:ext uri="{FF2B5EF4-FFF2-40B4-BE49-F238E27FC236}">
                <a16:creationId xmlns:a16="http://schemas.microsoft.com/office/drawing/2014/main" id="{5DEFC83D-49A4-56DA-08C8-C77A7D97AF86}"/>
              </a:ext>
            </a:extLst>
          </p:cNvPr>
          <p:cNvSpPr/>
          <p:nvPr/>
        </p:nvSpPr>
        <p:spPr>
          <a:xfrm>
            <a:off x="3771900" y="40259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2EBC4665-E719-AEBD-EFC0-4EB9089ADBA1}"/>
              </a:ext>
            </a:extLst>
          </p:cNvPr>
          <p:cNvSpPr/>
          <p:nvPr/>
        </p:nvSpPr>
        <p:spPr>
          <a:xfrm>
            <a:off x="4051300" y="40259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a:extLst>
              <a:ext uri="{FF2B5EF4-FFF2-40B4-BE49-F238E27FC236}">
                <a16:creationId xmlns:a16="http://schemas.microsoft.com/office/drawing/2014/main" id="{3E7A8696-6FEA-B63F-583B-519614963F70}"/>
              </a:ext>
            </a:extLst>
          </p:cNvPr>
          <p:cNvSpPr/>
          <p:nvPr/>
        </p:nvSpPr>
        <p:spPr>
          <a:xfrm>
            <a:off x="4330700" y="40259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77422865-57EE-838B-8586-AEE169E9BF4C}"/>
              </a:ext>
            </a:extLst>
          </p:cNvPr>
          <p:cNvSpPr/>
          <p:nvPr/>
        </p:nvSpPr>
        <p:spPr>
          <a:xfrm>
            <a:off x="4610100" y="40259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CD7BAC05-37D3-AE1B-73E0-935920224401}"/>
              </a:ext>
            </a:extLst>
          </p:cNvPr>
          <p:cNvSpPr/>
          <p:nvPr/>
        </p:nvSpPr>
        <p:spPr>
          <a:xfrm>
            <a:off x="4889500" y="40259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3AABECB3-6083-29E8-539E-B17AF0F9FE11}"/>
              </a:ext>
            </a:extLst>
          </p:cNvPr>
          <p:cNvSpPr/>
          <p:nvPr/>
        </p:nvSpPr>
        <p:spPr>
          <a:xfrm>
            <a:off x="5168900" y="40259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BFE368D9-FB0E-03C7-8CA1-B679DA64F5B3}"/>
              </a:ext>
            </a:extLst>
          </p:cNvPr>
          <p:cNvSpPr/>
          <p:nvPr/>
        </p:nvSpPr>
        <p:spPr>
          <a:xfrm>
            <a:off x="3213100" y="43053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2A3DD74D-9B36-659A-E772-BDB8C51F7FB2}"/>
              </a:ext>
            </a:extLst>
          </p:cNvPr>
          <p:cNvSpPr/>
          <p:nvPr/>
        </p:nvSpPr>
        <p:spPr>
          <a:xfrm>
            <a:off x="3492500" y="43053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73149A4C-ED2C-326B-D26B-5FC7DC8BF5D4}"/>
              </a:ext>
            </a:extLst>
          </p:cNvPr>
          <p:cNvSpPr/>
          <p:nvPr/>
        </p:nvSpPr>
        <p:spPr>
          <a:xfrm>
            <a:off x="3771900" y="43053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E8A91EE5-D7D7-E5E6-FE46-8FD74494060E}"/>
              </a:ext>
            </a:extLst>
          </p:cNvPr>
          <p:cNvSpPr/>
          <p:nvPr/>
        </p:nvSpPr>
        <p:spPr>
          <a:xfrm>
            <a:off x="4051300" y="43053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9D3E2ED3-2B24-9EE9-E38A-455A8452D113}"/>
              </a:ext>
            </a:extLst>
          </p:cNvPr>
          <p:cNvSpPr/>
          <p:nvPr/>
        </p:nvSpPr>
        <p:spPr>
          <a:xfrm>
            <a:off x="4330700" y="43053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43D9AD2A-C959-E0E6-9714-C43E9E1279E3}"/>
              </a:ext>
            </a:extLst>
          </p:cNvPr>
          <p:cNvSpPr/>
          <p:nvPr/>
        </p:nvSpPr>
        <p:spPr>
          <a:xfrm>
            <a:off x="4610100" y="43053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2D45069F-5DAD-E91C-C86B-DE9043CBCCB6}"/>
              </a:ext>
            </a:extLst>
          </p:cNvPr>
          <p:cNvSpPr/>
          <p:nvPr/>
        </p:nvSpPr>
        <p:spPr>
          <a:xfrm>
            <a:off x="4889500" y="4305300"/>
            <a:ext cx="279400" cy="279400"/>
          </a:xfrm>
          <a:prstGeom prst="rect">
            <a:avLst/>
          </a:prstGeom>
          <a:solidFill>
            <a:srgbClr val="FFFFFF"/>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4F26D6AF-ABB3-1E53-FFEC-B7FB4E4BD11F}"/>
              </a:ext>
            </a:extLst>
          </p:cNvPr>
          <p:cNvSpPr/>
          <p:nvPr/>
        </p:nvSpPr>
        <p:spPr>
          <a:xfrm>
            <a:off x="5168900" y="4305300"/>
            <a:ext cx="279400" cy="279400"/>
          </a:xfrm>
          <a:prstGeom prst="rect">
            <a:avLst/>
          </a:prstGeom>
          <a:solidFill>
            <a:srgbClr val="F9DEDE"/>
          </a:solidFill>
          <a:ln w="10160">
            <a:solidFill>
              <a:srgbClr val="D6D6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6398868E-7E7D-81E2-EABF-13E1342300B6}"/>
              </a:ext>
            </a:extLst>
          </p:cNvPr>
          <p:cNvSpPr/>
          <p:nvPr/>
        </p:nvSpPr>
        <p:spPr>
          <a:xfrm>
            <a:off x="3352800" y="3310255"/>
            <a:ext cx="2794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31D10A1A-066F-5F24-7550-D8C85D7A1BB8}"/>
              </a:ext>
            </a:extLst>
          </p:cNvPr>
          <p:cNvSpPr/>
          <p:nvPr/>
        </p:nvSpPr>
        <p:spPr>
          <a:xfrm>
            <a:off x="3632200" y="3310255"/>
            <a:ext cx="2794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DC041E5C-BA10-600A-B6F1-D0B5D3D55F14}"/>
              </a:ext>
            </a:extLst>
          </p:cNvPr>
          <p:cNvSpPr/>
          <p:nvPr/>
        </p:nvSpPr>
        <p:spPr>
          <a:xfrm rot="5400000">
            <a:off x="3771900" y="3449955"/>
            <a:ext cx="2794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0065A0AC-0A17-D902-384B-53B87730720B}"/>
              </a:ext>
            </a:extLst>
          </p:cNvPr>
          <p:cNvSpPr/>
          <p:nvPr/>
        </p:nvSpPr>
        <p:spPr>
          <a:xfrm rot="5400000">
            <a:off x="3771900" y="3729355"/>
            <a:ext cx="2794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27EA0B80-B4A8-E049-A2EC-86A452C8DF32}"/>
              </a:ext>
            </a:extLst>
          </p:cNvPr>
          <p:cNvSpPr/>
          <p:nvPr/>
        </p:nvSpPr>
        <p:spPr>
          <a:xfrm rot="5400000">
            <a:off x="3771900" y="4008755"/>
            <a:ext cx="2794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CDCDB55D-A6B8-C75D-1628-611F33B9042F}"/>
              </a:ext>
            </a:extLst>
          </p:cNvPr>
          <p:cNvSpPr/>
          <p:nvPr/>
        </p:nvSpPr>
        <p:spPr>
          <a:xfrm>
            <a:off x="3911600" y="4148455"/>
            <a:ext cx="2794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2E956036-09AB-0F8E-48E3-1DFD964E48FE}"/>
              </a:ext>
            </a:extLst>
          </p:cNvPr>
          <p:cNvSpPr/>
          <p:nvPr/>
        </p:nvSpPr>
        <p:spPr>
          <a:xfrm>
            <a:off x="4191000" y="4148455"/>
            <a:ext cx="2794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1D3DA2DD-BE4D-8228-15F9-5EE4A1EA67A5}"/>
              </a:ext>
            </a:extLst>
          </p:cNvPr>
          <p:cNvSpPr/>
          <p:nvPr/>
        </p:nvSpPr>
        <p:spPr>
          <a:xfrm>
            <a:off x="4470400" y="4148455"/>
            <a:ext cx="2794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536A502A-45C0-1796-73AC-88BA4780BF04}"/>
              </a:ext>
            </a:extLst>
          </p:cNvPr>
          <p:cNvSpPr/>
          <p:nvPr/>
        </p:nvSpPr>
        <p:spPr>
          <a:xfrm>
            <a:off x="4749800" y="4148455"/>
            <a:ext cx="2794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0BF5222E-BCDE-A6BB-D099-DCF4F1A5F1FA}"/>
              </a:ext>
            </a:extLst>
          </p:cNvPr>
          <p:cNvSpPr/>
          <p:nvPr/>
        </p:nvSpPr>
        <p:spPr>
          <a:xfrm>
            <a:off x="5029200" y="4148455"/>
            <a:ext cx="2794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03DA8727-031C-B649-617E-5F3596FCDED8}"/>
              </a:ext>
            </a:extLst>
          </p:cNvPr>
          <p:cNvSpPr/>
          <p:nvPr/>
        </p:nvSpPr>
        <p:spPr>
          <a:xfrm rot="-5400000">
            <a:off x="5168900" y="4008755"/>
            <a:ext cx="2794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6DC3A266-9327-F9E7-617C-13665EC9A557}"/>
              </a:ext>
            </a:extLst>
          </p:cNvPr>
          <p:cNvSpPr/>
          <p:nvPr/>
        </p:nvSpPr>
        <p:spPr>
          <a:xfrm rot="-5400000">
            <a:off x="5168900" y="3729355"/>
            <a:ext cx="2794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C0253A18-4FB2-ECAC-F906-FFCDF58D7FCF}"/>
              </a:ext>
            </a:extLst>
          </p:cNvPr>
          <p:cNvSpPr/>
          <p:nvPr/>
        </p:nvSpPr>
        <p:spPr>
          <a:xfrm rot="-5400000">
            <a:off x="5168900" y="3449955"/>
            <a:ext cx="2794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a:extLst>
              <a:ext uri="{FF2B5EF4-FFF2-40B4-BE49-F238E27FC236}">
                <a16:creationId xmlns:a16="http://schemas.microsoft.com/office/drawing/2014/main" id="{81A56F16-846C-679E-5430-D1315C2A3383}"/>
              </a:ext>
            </a:extLst>
          </p:cNvPr>
          <p:cNvSpPr/>
          <p:nvPr/>
        </p:nvSpPr>
        <p:spPr>
          <a:xfrm>
            <a:off x="3289300" y="3263900"/>
            <a:ext cx="127000" cy="127000"/>
          </a:xfrm>
          <a:prstGeom prst="ellipse">
            <a:avLst/>
          </a:prstGeom>
          <a:solidFill>
            <a:srgbClr val="2222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Oval 152">
            <a:extLst>
              <a:ext uri="{FF2B5EF4-FFF2-40B4-BE49-F238E27FC236}">
                <a16:creationId xmlns:a16="http://schemas.microsoft.com/office/drawing/2014/main" id="{51120857-791E-9FD0-BC2E-D9CD8C2FE4B7}"/>
              </a:ext>
            </a:extLst>
          </p:cNvPr>
          <p:cNvSpPr/>
          <p:nvPr/>
        </p:nvSpPr>
        <p:spPr>
          <a:xfrm>
            <a:off x="5245100" y="3263900"/>
            <a:ext cx="127000" cy="127000"/>
          </a:xfrm>
          <a:prstGeom prst="ellipse">
            <a:avLst/>
          </a:prstGeom>
          <a:solidFill>
            <a:srgbClr val="1987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Oval 153">
            <a:extLst>
              <a:ext uri="{FF2B5EF4-FFF2-40B4-BE49-F238E27FC236}">
                <a16:creationId xmlns:a16="http://schemas.microsoft.com/office/drawing/2014/main" id="{3E2BD4DF-6426-FED8-BB66-D14CC4F087EA}"/>
              </a:ext>
            </a:extLst>
          </p:cNvPr>
          <p:cNvSpPr/>
          <p:nvPr/>
        </p:nvSpPr>
        <p:spPr>
          <a:xfrm>
            <a:off x="774700" y="4826000"/>
            <a:ext cx="127000" cy="127000"/>
          </a:xfrm>
          <a:prstGeom prst="ellipse">
            <a:avLst/>
          </a:prstGeom>
          <a:solidFill>
            <a:srgbClr val="F1BAB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TextBox 154">
            <a:extLst>
              <a:ext uri="{FF2B5EF4-FFF2-40B4-BE49-F238E27FC236}">
                <a16:creationId xmlns:a16="http://schemas.microsoft.com/office/drawing/2014/main" id="{75ACDB4E-3714-4176-C903-17A35BDEDA88}"/>
              </a:ext>
            </a:extLst>
          </p:cNvPr>
          <p:cNvSpPr txBox="1"/>
          <p:nvPr/>
        </p:nvSpPr>
        <p:spPr>
          <a:xfrm>
            <a:off x="990600" y="4775200"/>
            <a:ext cx="1651000" cy="276999"/>
          </a:xfrm>
          <a:prstGeom prst="rect">
            <a:avLst/>
          </a:prstGeom>
          <a:noFill/>
        </p:spPr>
        <p:txBody>
          <a:bodyPr vert="horz" wrap="none" lIns="0" tIns="0" rIns="0" bIns="0" rtlCol="0">
            <a:noAutofit/>
          </a:bodyPr>
          <a:lstStyle/>
          <a:p>
            <a:r>
              <a:rPr lang="en-US" sz="1300">
                <a:solidFill>
                  <a:srgbClr val="202020"/>
                </a:solidFill>
                <a:latin typeface="Arial" panose="020B0604020202020204" pitchFamily="34" charset="0"/>
              </a:rPr>
              <a:t>Vùng đã xét</a:t>
            </a:r>
          </a:p>
        </p:txBody>
      </p:sp>
      <p:sp>
        <p:nvSpPr>
          <p:cNvPr id="156" name="Rectangle 155">
            <a:extLst>
              <a:ext uri="{FF2B5EF4-FFF2-40B4-BE49-F238E27FC236}">
                <a16:creationId xmlns:a16="http://schemas.microsoft.com/office/drawing/2014/main" id="{E40A39A3-6D8D-D2D1-D9C0-DFA625DE7FC4}"/>
              </a:ext>
            </a:extLst>
          </p:cNvPr>
          <p:cNvSpPr/>
          <p:nvPr/>
        </p:nvSpPr>
        <p:spPr>
          <a:xfrm>
            <a:off x="2819400" y="4826000"/>
            <a:ext cx="127000" cy="127000"/>
          </a:xfrm>
          <a:prstGeom prst="rect">
            <a:avLst/>
          </a:prstGeom>
          <a:solidFill>
            <a:srgbClr val="555555"/>
          </a:solidFill>
          <a:ln w="1016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TextBox 156">
            <a:extLst>
              <a:ext uri="{FF2B5EF4-FFF2-40B4-BE49-F238E27FC236}">
                <a16:creationId xmlns:a16="http://schemas.microsoft.com/office/drawing/2014/main" id="{4EEC923F-FD65-E892-020E-D1E090BFF750}"/>
              </a:ext>
            </a:extLst>
          </p:cNvPr>
          <p:cNvSpPr txBox="1"/>
          <p:nvPr/>
        </p:nvSpPr>
        <p:spPr>
          <a:xfrm>
            <a:off x="3048000" y="4775200"/>
            <a:ext cx="1016000" cy="276999"/>
          </a:xfrm>
          <a:prstGeom prst="rect">
            <a:avLst/>
          </a:prstGeom>
          <a:noFill/>
        </p:spPr>
        <p:txBody>
          <a:bodyPr vert="horz" wrap="none" lIns="0" tIns="0" rIns="0" bIns="0" rtlCol="0">
            <a:noAutofit/>
          </a:bodyPr>
          <a:lstStyle/>
          <a:p>
            <a:r>
              <a:rPr lang="en-US" sz="1300">
                <a:solidFill>
                  <a:srgbClr val="202020"/>
                </a:solidFill>
                <a:latin typeface="Arial" panose="020B0604020202020204" pitchFamily="34" charset="0"/>
              </a:rPr>
              <a:t>Vật cản</a:t>
            </a:r>
          </a:p>
        </p:txBody>
      </p:sp>
      <p:sp>
        <p:nvSpPr>
          <p:cNvPr id="158" name="Rectangle 157">
            <a:extLst>
              <a:ext uri="{FF2B5EF4-FFF2-40B4-BE49-F238E27FC236}">
                <a16:creationId xmlns:a16="http://schemas.microsoft.com/office/drawing/2014/main" id="{F87AC77B-9BD9-DBCD-A3CF-8092920D6B5F}"/>
              </a:ext>
            </a:extLst>
          </p:cNvPr>
          <p:cNvSpPr/>
          <p:nvPr/>
        </p:nvSpPr>
        <p:spPr>
          <a:xfrm>
            <a:off x="4127500" y="4872355"/>
            <a:ext cx="254000" cy="3429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TextBox 158">
            <a:extLst>
              <a:ext uri="{FF2B5EF4-FFF2-40B4-BE49-F238E27FC236}">
                <a16:creationId xmlns:a16="http://schemas.microsoft.com/office/drawing/2014/main" id="{118EDE85-7132-B0AE-DF70-9A7DD74C919B}"/>
              </a:ext>
            </a:extLst>
          </p:cNvPr>
          <p:cNvSpPr txBox="1"/>
          <p:nvPr/>
        </p:nvSpPr>
        <p:spPr>
          <a:xfrm>
            <a:off x="4483100" y="4775200"/>
            <a:ext cx="1016000" cy="276999"/>
          </a:xfrm>
          <a:prstGeom prst="rect">
            <a:avLst/>
          </a:prstGeom>
          <a:noFill/>
        </p:spPr>
        <p:txBody>
          <a:bodyPr vert="horz" wrap="none" lIns="0" tIns="0" rIns="0" bIns="0" rtlCol="0">
            <a:noAutofit/>
          </a:bodyPr>
          <a:lstStyle/>
          <a:p>
            <a:r>
              <a:rPr lang="vi-VN" sz="1300">
                <a:solidFill>
                  <a:srgbClr val="202020"/>
                </a:solidFill>
                <a:latin typeface="Arial" panose="020B0604020202020204" pitchFamily="34" charset="0"/>
              </a:rPr>
              <a:t>Đường đi</a:t>
            </a:r>
            <a:endParaRPr lang="en-US" sz="1300">
              <a:solidFill>
                <a:srgbClr val="202020"/>
              </a:solidFill>
              <a:latin typeface="Arial" panose="020B0604020202020204" pitchFamily="34" charset="0"/>
            </a:endParaRPr>
          </a:p>
        </p:txBody>
      </p:sp>
      <p:sp>
        <p:nvSpPr>
          <p:cNvPr id="160" name="Rectangle: Rounded Corners 159">
            <a:extLst>
              <a:ext uri="{FF2B5EF4-FFF2-40B4-BE49-F238E27FC236}">
                <a16:creationId xmlns:a16="http://schemas.microsoft.com/office/drawing/2014/main" id="{2912A156-A565-FAD5-4816-7562AB0D7ACF}"/>
              </a:ext>
            </a:extLst>
          </p:cNvPr>
          <p:cNvSpPr/>
          <p:nvPr/>
        </p:nvSpPr>
        <p:spPr>
          <a:xfrm>
            <a:off x="660400" y="5295900"/>
            <a:ext cx="4787900" cy="825500"/>
          </a:xfrm>
          <a:prstGeom prst="roundRect">
            <a:avLst/>
          </a:prstGeom>
          <a:solidFill>
            <a:srgbClr val="FFF0F0"/>
          </a:solidFill>
          <a:ln w="10160">
            <a:solidFill>
              <a:srgbClr val="FFF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TextBox 160">
            <a:extLst>
              <a:ext uri="{FF2B5EF4-FFF2-40B4-BE49-F238E27FC236}">
                <a16:creationId xmlns:a16="http://schemas.microsoft.com/office/drawing/2014/main" id="{5CA892E8-C9C3-937D-0082-2673854DF5E3}"/>
              </a:ext>
            </a:extLst>
          </p:cNvPr>
          <p:cNvSpPr txBox="1"/>
          <p:nvPr/>
        </p:nvSpPr>
        <p:spPr>
          <a:xfrm>
            <a:off x="850900" y="5435600"/>
            <a:ext cx="4406900" cy="276999"/>
          </a:xfrm>
          <a:prstGeom prst="rect">
            <a:avLst/>
          </a:prstGeom>
          <a:noFill/>
        </p:spPr>
        <p:txBody>
          <a:bodyPr vert="horz" wrap="none" lIns="0" tIns="0" rIns="0" bIns="0" rtlCol="0">
            <a:noAutofit/>
          </a:bodyPr>
          <a:lstStyle/>
          <a:p>
            <a:r>
              <a:rPr lang="pt-BR" sz="1700" b="1">
                <a:solidFill>
                  <a:srgbClr val="B70C0C"/>
                </a:solidFill>
                <a:latin typeface="Arial" panose="020B0604020202020204" pitchFamily="34" charset="0"/>
              </a:rPr>
              <a:t>Dijkstra: chọn chi phí g nhỏ nhất
A*: chọn f = g + h nhỏ nhất</a:t>
            </a:r>
            <a:endParaRPr lang="en-US" sz="1700" b="1">
              <a:solidFill>
                <a:srgbClr val="B70C0C"/>
              </a:solidFill>
              <a:latin typeface="Arial" panose="020B0604020202020204" pitchFamily="34" charset="0"/>
            </a:endParaRPr>
          </a:p>
        </p:txBody>
      </p:sp>
      <p:sp>
        <p:nvSpPr>
          <p:cNvPr id="162" name="TextBox 161">
            <a:extLst>
              <a:ext uri="{FF2B5EF4-FFF2-40B4-BE49-F238E27FC236}">
                <a16:creationId xmlns:a16="http://schemas.microsoft.com/office/drawing/2014/main" id="{4F752F2D-8590-0044-51C6-7E92D45C3EC3}"/>
              </a:ext>
            </a:extLst>
          </p:cNvPr>
          <p:cNvSpPr txBox="1"/>
          <p:nvPr/>
        </p:nvSpPr>
        <p:spPr>
          <a:xfrm>
            <a:off x="6032500" y="1968500"/>
            <a:ext cx="5588000" cy="276999"/>
          </a:xfrm>
          <a:prstGeom prst="rect">
            <a:avLst/>
          </a:prstGeom>
          <a:noFill/>
        </p:spPr>
        <p:txBody>
          <a:bodyPr vert="horz" wrap="none" lIns="0" tIns="0" rIns="0" bIns="0" rtlCol="0">
            <a:noAutofit/>
          </a:bodyPr>
          <a:lstStyle/>
          <a:p>
            <a:r>
              <a:rPr lang="en-US" sz="1900" b="1">
                <a:solidFill>
                  <a:srgbClr val="202020"/>
                </a:solidFill>
                <a:latin typeface="Arial" panose="020B0604020202020204" pitchFamily="34" charset="0"/>
              </a:rPr>
              <a:t>Biểu diễn bản đồ</a:t>
            </a:r>
          </a:p>
        </p:txBody>
      </p:sp>
      <p:sp>
        <p:nvSpPr>
          <p:cNvPr id="163" name="TextBox 162">
            <a:extLst>
              <a:ext uri="{FF2B5EF4-FFF2-40B4-BE49-F238E27FC236}">
                <a16:creationId xmlns:a16="http://schemas.microsoft.com/office/drawing/2014/main" id="{2DB4C81E-1F69-4649-058E-F6830BC86D1D}"/>
              </a:ext>
            </a:extLst>
          </p:cNvPr>
          <p:cNvSpPr txBox="1"/>
          <p:nvPr/>
        </p:nvSpPr>
        <p:spPr>
          <a:xfrm>
            <a:off x="6032500" y="2298700"/>
            <a:ext cx="5588000" cy="276999"/>
          </a:xfrm>
          <a:prstGeom prst="rect">
            <a:avLst/>
          </a:prstGeom>
          <a:noFill/>
        </p:spPr>
        <p:txBody>
          <a:bodyPr vert="horz" wrap="none" lIns="0" tIns="0" rIns="0" bIns="0" rtlCol="0">
            <a:noAutofit/>
          </a:bodyPr>
          <a:lstStyle/>
          <a:p>
            <a:r>
              <a:rPr lang="vi-VN" sz="1750">
                <a:solidFill>
                  <a:srgbClr val="202020"/>
                </a:solidFill>
                <a:latin typeface="Arial" panose="020B0604020202020204" pitchFamily="34" charset="0"/>
              </a:rPr>
              <a:t>Chia ô lưới, nối các ô tự do lân cận; xét kích thước xe
và khoảng dự phòng.</a:t>
            </a:r>
            <a:endParaRPr lang="en-US" sz="1750">
              <a:solidFill>
                <a:srgbClr val="202020"/>
              </a:solidFill>
              <a:latin typeface="Arial" panose="020B0604020202020204" pitchFamily="34" charset="0"/>
            </a:endParaRPr>
          </a:p>
        </p:txBody>
      </p:sp>
      <p:sp>
        <p:nvSpPr>
          <p:cNvPr id="164" name="TextBox 163">
            <a:extLst>
              <a:ext uri="{FF2B5EF4-FFF2-40B4-BE49-F238E27FC236}">
                <a16:creationId xmlns:a16="http://schemas.microsoft.com/office/drawing/2014/main" id="{D281EE2B-0AFE-C064-1BAD-0509753429AB}"/>
              </a:ext>
            </a:extLst>
          </p:cNvPr>
          <p:cNvSpPr txBox="1"/>
          <p:nvPr/>
        </p:nvSpPr>
        <p:spPr>
          <a:xfrm>
            <a:off x="6032500" y="3035300"/>
            <a:ext cx="5588000" cy="276999"/>
          </a:xfrm>
          <a:prstGeom prst="rect">
            <a:avLst/>
          </a:prstGeom>
          <a:noFill/>
        </p:spPr>
        <p:txBody>
          <a:bodyPr vert="horz" wrap="none" lIns="0" tIns="0" rIns="0" bIns="0" rtlCol="0">
            <a:noAutofit/>
          </a:bodyPr>
          <a:lstStyle/>
          <a:p>
            <a:r>
              <a:rPr lang="en-US" sz="1900" b="1">
                <a:solidFill>
                  <a:srgbClr val="202020"/>
                </a:solidFill>
                <a:latin typeface="Arial" panose="020B0604020202020204" pitchFamily="34" charset="0"/>
              </a:rPr>
              <a:t>Dijkstra</a:t>
            </a:r>
          </a:p>
        </p:txBody>
      </p:sp>
      <p:sp>
        <p:nvSpPr>
          <p:cNvPr id="165" name="TextBox 164">
            <a:extLst>
              <a:ext uri="{FF2B5EF4-FFF2-40B4-BE49-F238E27FC236}">
                <a16:creationId xmlns:a16="http://schemas.microsoft.com/office/drawing/2014/main" id="{57A4DCD1-38E1-D4A0-4614-B21105AF265B}"/>
              </a:ext>
            </a:extLst>
          </p:cNvPr>
          <p:cNvSpPr txBox="1"/>
          <p:nvPr/>
        </p:nvSpPr>
        <p:spPr>
          <a:xfrm>
            <a:off x="6032500" y="3365500"/>
            <a:ext cx="5588000" cy="276999"/>
          </a:xfrm>
          <a:prstGeom prst="rect">
            <a:avLst/>
          </a:prstGeom>
          <a:noFill/>
        </p:spPr>
        <p:txBody>
          <a:bodyPr vert="horz" wrap="none" lIns="0" tIns="0" rIns="0" bIns="0" rtlCol="0">
            <a:noAutofit/>
          </a:bodyPr>
          <a:lstStyle/>
          <a:p>
            <a:r>
              <a:rPr lang="vi-VN" sz="1750">
                <a:solidFill>
                  <a:srgbClr val="202020"/>
                </a:solidFill>
                <a:latin typeface="Arial" panose="020B0604020202020204" pitchFamily="34" charset="0"/>
              </a:rPr>
              <a:t>Mở rộng theo g. Tìm đường tối ưu trên đồ thị khi trọng
số cạnh không âm.</a:t>
            </a:r>
            <a:endParaRPr lang="en-US" sz="1750">
              <a:solidFill>
                <a:srgbClr val="202020"/>
              </a:solidFill>
              <a:latin typeface="Arial" panose="020B0604020202020204" pitchFamily="34" charset="0"/>
            </a:endParaRPr>
          </a:p>
        </p:txBody>
      </p:sp>
      <p:sp>
        <p:nvSpPr>
          <p:cNvPr id="166" name="TextBox 165">
            <a:extLst>
              <a:ext uri="{FF2B5EF4-FFF2-40B4-BE49-F238E27FC236}">
                <a16:creationId xmlns:a16="http://schemas.microsoft.com/office/drawing/2014/main" id="{061C4D61-C8A4-DE26-F788-5BB69D4C273C}"/>
              </a:ext>
            </a:extLst>
          </p:cNvPr>
          <p:cNvSpPr txBox="1"/>
          <p:nvPr/>
        </p:nvSpPr>
        <p:spPr>
          <a:xfrm>
            <a:off x="6032500" y="4089400"/>
            <a:ext cx="5588000" cy="276999"/>
          </a:xfrm>
          <a:prstGeom prst="rect">
            <a:avLst/>
          </a:prstGeom>
          <a:noFill/>
        </p:spPr>
        <p:txBody>
          <a:bodyPr vert="horz" wrap="none" lIns="0" tIns="0" rIns="0" bIns="0" rtlCol="0">
            <a:noAutofit/>
          </a:bodyPr>
          <a:lstStyle/>
          <a:p>
            <a:r>
              <a:rPr lang="en-US" sz="1900" b="1">
                <a:solidFill>
                  <a:srgbClr val="202020"/>
                </a:solidFill>
                <a:latin typeface="Arial" panose="020B0604020202020204" pitchFamily="34" charset="0"/>
              </a:rPr>
              <a:t>A*</a:t>
            </a:r>
          </a:p>
        </p:txBody>
      </p:sp>
      <p:sp>
        <p:nvSpPr>
          <p:cNvPr id="167" name="TextBox 166">
            <a:extLst>
              <a:ext uri="{FF2B5EF4-FFF2-40B4-BE49-F238E27FC236}">
                <a16:creationId xmlns:a16="http://schemas.microsoft.com/office/drawing/2014/main" id="{022A4D02-B286-078C-A6AF-1BD28E825286}"/>
              </a:ext>
            </a:extLst>
          </p:cNvPr>
          <p:cNvSpPr txBox="1"/>
          <p:nvPr/>
        </p:nvSpPr>
        <p:spPr>
          <a:xfrm>
            <a:off x="6032500" y="4419600"/>
            <a:ext cx="5588000" cy="276999"/>
          </a:xfrm>
          <a:prstGeom prst="rect">
            <a:avLst/>
          </a:prstGeom>
          <a:noFill/>
        </p:spPr>
        <p:txBody>
          <a:bodyPr vert="horz" wrap="none" lIns="0" tIns="0" rIns="0" bIns="0" rtlCol="0">
            <a:noAutofit/>
          </a:bodyPr>
          <a:lstStyle/>
          <a:p>
            <a:r>
              <a:rPr lang="vi-VN" sz="1750">
                <a:solidFill>
                  <a:srgbClr val="202020"/>
                </a:solidFill>
                <a:latin typeface="Arial" panose="020B0604020202020204" pitchFamily="34" charset="0"/>
              </a:rPr>
              <a:t>Bổ sung heuristic h để hướng tới đích; chọn h phù hợp
trọng số và bước đi.</a:t>
            </a:r>
            <a:endParaRPr lang="en-US" sz="1750">
              <a:solidFill>
                <a:srgbClr val="202020"/>
              </a:solidFill>
              <a:latin typeface="Arial" panose="020B0604020202020204" pitchFamily="34" charset="0"/>
            </a:endParaRPr>
          </a:p>
        </p:txBody>
      </p:sp>
      <p:sp>
        <p:nvSpPr>
          <p:cNvPr id="168" name="TextBox 167">
            <a:extLst>
              <a:ext uri="{FF2B5EF4-FFF2-40B4-BE49-F238E27FC236}">
                <a16:creationId xmlns:a16="http://schemas.microsoft.com/office/drawing/2014/main" id="{FB3B8E1A-59B1-1F0A-0BEE-22B718D7A543}"/>
              </a:ext>
            </a:extLst>
          </p:cNvPr>
          <p:cNvSpPr txBox="1"/>
          <p:nvPr/>
        </p:nvSpPr>
        <p:spPr>
          <a:xfrm>
            <a:off x="6032500" y="5143500"/>
            <a:ext cx="5588000" cy="276999"/>
          </a:xfrm>
          <a:prstGeom prst="rect">
            <a:avLst/>
          </a:prstGeom>
          <a:noFill/>
        </p:spPr>
        <p:txBody>
          <a:bodyPr vert="horz" wrap="none" lIns="0" tIns="0" rIns="0" bIns="0" rtlCol="0">
            <a:noAutofit/>
          </a:bodyPr>
          <a:lstStyle/>
          <a:p>
            <a:r>
              <a:rPr lang="en-US" sz="1900" b="1">
                <a:solidFill>
                  <a:srgbClr val="202020"/>
                </a:solidFill>
                <a:latin typeface="Arial" panose="020B0604020202020204" pitchFamily="34" charset="0"/>
              </a:rPr>
              <a:t>Liên hệ với xe ba bánh</a:t>
            </a:r>
          </a:p>
        </p:txBody>
      </p:sp>
      <p:sp>
        <p:nvSpPr>
          <p:cNvPr id="169" name="TextBox 168">
            <a:extLst>
              <a:ext uri="{FF2B5EF4-FFF2-40B4-BE49-F238E27FC236}">
                <a16:creationId xmlns:a16="http://schemas.microsoft.com/office/drawing/2014/main" id="{C0BE7581-FB0D-06A9-9CFD-2A3EC63A5446}"/>
              </a:ext>
            </a:extLst>
          </p:cNvPr>
          <p:cNvSpPr txBox="1"/>
          <p:nvPr/>
        </p:nvSpPr>
        <p:spPr>
          <a:xfrm>
            <a:off x="6032500" y="5473700"/>
            <a:ext cx="5588000" cy="276999"/>
          </a:xfrm>
          <a:prstGeom prst="rect">
            <a:avLst/>
          </a:prstGeom>
          <a:noFill/>
        </p:spPr>
        <p:txBody>
          <a:bodyPr vert="horz" wrap="none" lIns="0" tIns="0" rIns="0" bIns="0" rtlCol="0">
            <a:noAutofit/>
          </a:bodyPr>
          <a:lstStyle/>
          <a:p>
            <a:r>
              <a:rPr lang="vi-VN" sz="1750">
                <a:solidFill>
                  <a:srgbClr val="202020"/>
                </a:solidFill>
                <a:latin typeface="Arial" panose="020B0604020202020204" pitchFamily="34" charset="0"/>
              </a:rPr>
              <a:t>Đường gấp khúc cần làm mượt, kiểm tra lại va chạm
và gán vận tốc trước khi bám.</a:t>
            </a:r>
            <a:endParaRPr lang="en-US" sz="1750">
              <a:solidFill>
                <a:srgbClr val="202020"/>
              </a:solidFill>
              <a:latin typeface="Arial" panose="020B0604020202020204" pitchFamily="34" charset="0"/>
            </a:endParaRPr>
          </a:p>
        </p:txBody>
      </p:sp>
    </p:spTree>
    <p:extLst>
      <p:ext uri="{BB962C8B-B14F-4D97-AF65-F5344CB8AC3E}">
        <p14:creationId xmlns:p14="http://schemas.microsoft.com/office/powerpoint/2010/main" val="1971047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BF823A-C840-B483-6B97-768CC4C74CFF}"/>
              </a:ext>
            </a:extLst>
          </p:cNvPr>
          <p:cNvSpPr/>
          <p:nvPr/>
        </p:nvSpPr>
        <p:spPr>
          <a:xfrm>
            <a:off x="0" y="0"/>
            <a:ext cx="12192000" cy="1701800"/>
          </a:xfrm>
          <a:prstGeom prst="rect">
            <a:avLst/>
          </a:prstGeom>
          <a:solidFill>
            <a:srgbClr val="ED1010"/>
          </a:solidFill>
          <a:ln w="10160">
            <a:solidFill>
              <a:srgbClr val="ED10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A3FD3DD-54DF-D8CE-0854-34761B470E80}"/>
              </a:ext>
            </a:extLst>
          </p:cNvPr>
          <p:cNvSpPr/>
          <p:nvPr/>
        </p:nvSpPr>
        <p:spPr>
          <a:xfrm rot="5400000">
            <a:off x="-323850" y="812800"/>
            <a:ext cx="1638300" cy="12700"/>
          </a:xfrm>
          <a:prstGeom prst="rect">
            <a:avLst/>
          </a:prstGeom>
          <a:solidFill>
            <a:srgbClr val="FFC2C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CFC5C40-EA97-6EF6-689A-99A927AC93F8}"/>
              </a:ext>
            </a:extLst>
          </p:cNvPr>
          <p:cNvSpPr/>
          <p:nvPr/>
        </p:nvSpPr>
        <p:spPr>
          <a:xfrm>
            <a:off x="952500" y="1657350"/>
            <a:ext cx="1054100" cy="12700"/>
          </a:xfrm>
          <a:prstGeom prst="rect">
            <a:avLst/>
          </a:prstGeom>
          <a:solidFill>
            <a:srgbClr val="FFAAA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A737BF1-F8AF-8EB3-3719-D770DCE6D757}"/>
              </a:ext>
            </a:extLst>
          </p:cNvPr>
          <p:cNvSpPr txBox="1"/>
          <p:nvPr/>
        </p:nvSpPr>
        <p:spPr>
          <a:xfrm>
            <a:off x="736600" y="254000"/>
            <a:ext cx="10287000" cy="276999"/>
          </a:xfrm>
          <a:prstGeom prst="rect">
            <a:avLst/>
          </a:prstGeom>
          <a:noFill/>
        </p:spPr>
        <p:txBody>
          <a:bodyPr vert="horz" wrap="none" lIns="0" tIns="0" rIns="0" bIns="0" rtlCol="0">
            <a:noAutofit/>
          </a:bodyPr>
          <a:lstStyle/>
          <a:p>
            <a:r>
              <a:rPr lang="en-US" sz="3400" b="1">
                <a:solidFill>
                  <a:srgbClr val="FFFFFF"/>
                </a:solidFill>
                <a:latin typeface="Arial" panose="020B0604020202020204" pitchFamily="34" charset="0"/>
              </a:rPr>
              <a:t>3.2 Lấy mẫu ngẫu nhiên
PRM, RRT và RRT*</a:t>
            </a:r>
          </a:p>
        </p:txBody>
      </p:sp>
      <p:sp>
        <p:nvSpPr>
          <p:cNvPr id="6" name="TextBox 5">
            <a:extLst>
              <a:ext uri="{FF2B5EF4-FFF2-40B4-BE49-F238E27FC236}">
                <a16:creationId xmlns:a16="http://schemas.microsoft.com/office/drawing/2014/main" id="{9F28F781-9DBC-0B6A-3CD2-16142B1600BC}"/>
              </a:ext>
            </a:extLst>
          </p:cNvPr>
          <p:cNvSpPr txBox="1"/>
          <p:nvPr/>
        </p:nvSpPr>
        <p:spPr>
          <a:xfrm>
            <a:off x="10337800" y="1371600"/>
            <a:ext cx="1587500" cy="276999"/>
          </a:xfrm>
          <a:prstGeom prst="rect">
            <a:avLst/>
          </a:prstGeom>
          <a:noFill/>
        </p:spPr>
        <p:txBody>
          <a:bodyPr vert="horz" wrap="none" lIns="0" tIns="0" rIns="0" bIns="0" rtlCol="0">
            <a:noAutofit/>
          </a:bodyPr>
          <a:lstStyle/>
          <a:p>
            <a:pPr algn="r"/>
            <a:r>
              <a:rPr lang="vi-VN" sz="1000" b="1">
                <a:solidFill>
                  <a:srgbClr val="FFE5E5"/>
                </a:solidFill>
                <a:latin typeface="Arial" panose="020B0604020202020204" pitchFamily="34" charset="0"/>
              </a:rPr>
              <a:t>CHƯƠNG III</a:t>
            </a:r>
            <a:endParaRPr lang="en-US" sz="1000" b="1">
              <a:solidFill>
                <a:srgbClr val="FFE5E5"/>
              </a:solidFill>
              <a:latin typeface="Arial" panose="020B0604020202020204" pitchFamily="34" charset="0"/>
            </a:endParaRPr>
          </a:p>
        </p:txBody>
      </p:sp>
      <p:sp>
        <p:nvSpPr>
          <p:cNvPr id="7" name="Rectangle 6">
            <a:extLst>
              <a:ext uri="{FF2B5EF4-FFF2-40B4-BE49-F238E27FC236}">
                <a16:creationId xmlns:a16="http://schemas.microsoft.com/office/drawing/2014/main" id="{A487F496-A9C9-49B3-712D-6540A526EB88}"/>
              </a:ext>
            </a:extLst>
          </p:cNvPr>
          <p:cNvSpPr/>
          <p:nvPr/>
        </p:nvSpPr>
        <p:spPr>
          <a:xfrm>
            <a:off x="444500" y="6472555"/>
            <a:ext cx="11303000" cy="8890"/>
          </a:xfrm>
          <a:prstGeom prst="rect">
            <a:avLst/>
          </a:prstGeom>
          <a:solidFill>
            <a:srgbClr val="E6E6E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C90C277-DA4F-354B-7472-E0F99040F03C}"/>
              </a:ext>
            </a:extLst>
          </p:cNvPr>
          <p:cNvSpPr txBox="1"/>
          <p:nvPr/>
        </p:nvSpPr>
        <p:spPr>
          <a:xfrm>
            <a:off x="444500" y="6591300"/>
            <a:ext cx="10477500" cy="276999"/>
          </a:xfrm>
          <a:prstGeom prst="rect">
            <a:avLst/>
          </a:prstGeom>
          <a:noFill/>
        </p:spPr>
        <p:txBody>
          <a:bodyPr vert="horz" wrap="none" lIns="0" tIns="0" rIns="0" bIns="0" rtlCol="0">
            <a:noAutofit/>
          </a:bodyPr>
          <a:lstStyle/>
          <a:p>
            <a:r>
              <a:rPr lang="en-US" sz="900">
                <a:solidFill>
                  <a:srgbClr val="666666"/>
                </a:solidFill>
                <a:latin typeface="Arial" panose="020B0604020202020204" pitchFamily="34" charset="0"/>
              </a:rPr>
              <a:t>Nguồn: main.tex, mục 3.2 • Minh họa cấu trúc mạng và cây tìm kiếm.</a:t>
            </a:r>
          </a:p>
        </p:txBody>
      </p:sp>
      <p:sp>
        <p:nvSpPr>
          <p:cNvPr id="9" name="TextBox 8">
            <a:extLst>
              <a:ext uri="{FF2B5EF4-FFF2-40B4-BE49-F238E27FC236}">
                <a16:creationId xmlns:a16="http://schemas.microsoft.com/office/drawing/2014/main" id="{D79B0CA9-447C-F6B4-A67C-CE6859D2271A}"/>
              </a:ext>
            </a:extLst>
          </p:cNvPr>
          <p:cNvSpPr txBox="1"/>
          <p:nvPr/>
        </p:nvSpPr>
        <p:spPr>
          <a:xfrm>
            <a:off x="10922000" y="6565900"/>
            <a:ext cx="825500" cy="276999"/>
          </a:xfrm>
          <a:prstGeom prst="rect">
            <a:avLst/>
          </a:prstGeom>
          <a:noFill/>
        </p:spPr>
        <p:txBody>
          <a:bodyPr vert="horz" wrap="none" lIns="0" tIns="0" rIns="0" bIns="0" rtlCol="0">
            <a:noAutofit/>
          </a:bodyPr>
          <a:lstStyle/>
          <a:p>
            <a:pPr algn="r"/>
            <a:r>
              <a:rPr lang="en-US" sz="1100">
                <a:solidFill>
                  <a:srgbClr val="777777"/>
                </a:solidFill>
                <a:latin typeface="Arial" panose="020B0604020202020204" pitchFamily="34" charset="0"/>
              </a:rPr>
              <a:t>11 / 13</a:t>
            </a:r>
          </a:p>
        </p:txBody>
      </p:sp>
      <p:sp>
        <p:nvSpPr>
          <p:cNvPr id="10" name="TextBox 9">
            <a:extLst>
              <a:ext uri="{FF2B5EF4-FFF2-40B4-BE49-F238E27FC236}">
                <a16:creationId xmlns:a16="http://schemas.microsoft.com/office/drawing/2014/main" id="{68007CD9-47D8-C998-810A-2DF8C22AABA0}"/>
              </a:ext>
            </a:extLst>
          </p:cNvPr>
          <p:cNvSpPr txBox="1"/>
          <p:nvPr/>
        </p:nvSpPr>
        <p:spPr>
          <a:xfrm>
            <a:off x="660400" y="2006600"/>
            <a:ext cx="4787900" cy="276999"/>
          </a:xfrm>
          <a:prstGeom prst="rect">
            <a:avLst/>
          </a:prstGeom>
          <a:noFill/>
        </p:spPr>
        <p:txBody>
          <a:bodyPr vert="horz" wrap="none" lIns="0" tIns="0" rIns="0" bIns="0" rtlCol="0">
            <a:noAutofit/>
          </a:bodyPr>
          <a:lstStyle/>
          <a:p>
            <a:r>
              <a:rPr lang="en-US" sz="1700" b="1">
                <a:solidFill>
                  <a:srgbClr val="202020"/>
                </a:solidFill>
                <a:latin typeface="Arial" panose="020B0604020202020204" pitchFamily="34" charset="0"/>
              </a:rPr>
              <a:t>PRM: xây mạng rồi truy vấn</a:t>
            </a:r>
          </a:p>
        </p:txBody>
      </p:sp>
      <p:sp>
        <p:nvSpPr>
          <p:cNvPr id="11" name="Rectangle 10">
            <a:extLst>
              <a:ext uri="{FF2B5EF4-FFF2-40B4-BE49-F238E27FC236}">
                <a16:creationId xmlns:a16="http://schemas.microsoft.com/office/drawing/2014/main" id="{FFEB3BDE-8B11-55E9-80A2-AFBE556462CE}"/>
              </a:ext>
            </a:extLst>
          </p:cNvPr>
          <p:cNvSpPr/>
          <p:nvPr/>
        </p:nvSpPr>
        <p:spPr>
          <a:xfrm>
            <a:off x="2717800" y="2857500"/>
            <a:ext cx="635000" cy="635000"/>
          </a:xfrm>
          <a:prstGeom prst="rect">
            <a:avLst/>
          </a:prstGeom>
          <a:solidFill>
            <a:srgbClr val="666666"/>
          </a:solidFill>
          <a:ln w="10160">
            <a:solidFill>
              <a:srgbClr val="6666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CB7206E-B2AD-F5D9-D5BE-72B9438AF557}"/>
              </a:ext>
            </a:extLst>
          </p:cNvPr>
          <p:cNvSpPr/>
          <p:nvPr/>
        </p:nvSpPr>
        <p:spPr>
          <a:xfrm rot="-2740442">
            <a:off x="774013" y="2703830"/>
            <a:ext cx="763374" cy="15240"/>
          </a:xfrm>
          <a:prstGeom prst="rect">
            <a:avLst/>
          </a:prstGeom>
          <a:solidFill>
            <a:srgbClr val="B4B4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8C209A9-3E41-9F5D-FA10-63FC257F2A3D}"/>
              </a:ext>
            </a:extLst>
          </p:cNvPr>
          <p:cNvSpPr/>
          <p:nvPr/>
        </p:nvSpPr>
        <p:spPr>
          <a:xfrm rot="1698045">
            <a:off x="832967" y="3199130"/>
            <a:ext cx="937566" cy="15240"/>
          </a:xfrm>
          <a:prstGeom prst="rect">
            <a:avLst/>
          </a:prstGeom>
          <a:solidFill>
            <a:srgbClr val="B4B4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331DA35-B771-814A-03A3-4A085CF5B7D9}"/>
              </a:ext>
            </a:extLst>
          </p:cNvPr>
          <p:cNvSpPr/>
          <p:nvPr/>
        </p:nvSpPr>
        <p:spPr>
          <a:xfrm rot="-306130">
            <a:off x="1420985" y="2399030"/>
            <a:ext cx="714030" cy="15240"/>
          </a:xfrm>
          <a:prstGeom prst="rect">
            <a:avLst/>
          </a:prstGeom>
          <a:solidFill>
            <a:srgbClr val="B4B4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11F73E1-C4AF-5C63-1B51-820C0E7D9E56}"/>
              </a:ext>
            </a:extLst>
          </p:cNvPr>
          <p:cNvSpPr/>
          <p:nvPr/>
        </p:nvSpPr>
        <p:spPr>
          <a:xfrm rot="3120076">
            <a:off x="2034490" y="2570480"/>
            <a:ext cx="515720" cy="15240"/>
          </a:xfrm>
          <a:prstGeom prst="rect">
            <a:avLst/>
          </a:prstGeom>
          <a:solidFill>
            <a:srgbClr val="B4B4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5A1AF7-76A3-9E3F-4005-2C8DE5847DD4}"/>
              </a:ext>
            </a:extLst>
          </p:cNvPr>
          <p:cNvSpPr/>
          <p:nvPr/>
        </p:nvSpPr>
        <p:spPr>
          <a:xfrm rot="8320470">
            <a:off x="1592368" y="3097530"/>
            <a:ext cx="980864" cy="15240"/>
          </a:xfrm>
          <a:prstGeom prst="rect">
            <a:avLst/>
          </a:prstGeom>
          <a:solidFill>
            <a:srgbClr val="B4B4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23E6549-C633-A03A-68A0-9024A1BC3F36}"/>
              </a:ext>
            </a:extLst>
          </p:cNvPr>
          <p:cNvSpPr/>
          <p:nvPr/>
        </p:nvSpPr>
        <p:spPr>
          <a:xfrm rot="2223392">
            <a:off x="1635758" y="3656330"/>
            <a:ext cx="779784" cy="15240"/>
          </a:xfrm>
          <a:prstGeom prst="rect">
            <a:avLst/>
          </a:prstGeom>
          <a:solidFill>
            <a:srgbClr val="B4B4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7296422-74DB-E84B-838D-4EAD8C27BDD0}"/>
              </a:ext>
            </a:extLst>
          </p:cNvPr>
          <p:cNvSpPr/>
          <p:nvPr/>
        </p:nvSpPr>
        <p:spPr>
          <a:xfrm rot="64855">
            <a:off x="2133480" y="2379980"/>
            <a:ext cx="1346440" cy="15240"/>
          </a:xfrm>
          <a:prstGeom prst="rect">
            <a:avLst/>
          </a:prstGeom>
          <a:solidFill>
            <a:srgbClr val="B4B4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9E37541-2A08-F12C-4251-9B58B1B37B2F}"/>
              </a:ext>
            </a:extLst>
          </p:cNvPr>
          <p:cNvSpPr/>
          <p:nvPr/>
        </p:nvSpPr>
        <p:spPr>
          <a:xfrm rot="1482146">
            <a:off x="3447819" y="2538730"/>
            <a:ext cx="698962" cy="15240"/>
          </a:xfrm>
          <a:prstGeom prst="rect">
            <a:avLst/>
          </a:prstGeom>
          <a:solidFill>
            <a:srgbClr val="B4B4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3A8F392-5F3C-5207-B1BB-C5059A7AB7A6}"/>
              </a:ext>
            </a:extLst>
          </p:cNvPr>
          <p:cNvSpPr/>
          <p:nvPr/>
        </p:nvSpPr>
        <p:spPr>
          <a:xfrm rot="3256356">
            <a:off x="3929292" y="3046730"/>
            <a:ext cx="891717" cy="15240"/>
          </a:xfrm>
          <a:prstGeom prst="rect">
            <a:avLst/>
          </a:prstGeom>
          <a:solidFill>
            <a:srgbClr val="B4B4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64EF8E0-EF48-6C70-0D76-B3AD2FA904CC}"/>
              </a:ext>
            </a:extLst>
          </p:cNvPr>
          <p:cNvSpPr/>
          <p:nvPr/>
        </p:nvSpPr>
        <p:spPr>
          <a:xfrm rot="9172722">
            <a:off x="3529772" y="3675380"/>
            <a:ext cx="1170055" cy="15240"/>
          </a:xfrm>
          <a:prstGeom prst="rect">
            <a:avLst/>
          </a:prstGeom>
          <a:solidFill>
            <a:srgbClr val="B4B4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12EA574-A1D5-2D5D-C9B8-18F8843C3726}"/>
              </a:ext>
            </a:extLst>
          </p:cNvPr>
          <p:cNvSpPr/>
          <p:nvPr/>
        </p:nvSpPr>
        <p:spPr>
          <a:xfrm rot="-63655">
            <a:off x="3594041" y="3935730"/>
            <a:ext cx="685918" cy="15240"/>
          </a:xfrm>
          <a:prstGeom prst="rect">
            <a:avLst/>
          </a:prstGeom>
          <a:solidFill>
            <a:srgbClr val="B4B4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EF5556F-18E5-2788-8CBD-BADBC2276A59}"/>
              </a:ext>
            </a:extLst>
          </p:cNvPr>
          <p:cNvSpPr/>
          <p:nvPr/>
        </p:nvSpPr>
        <p:spPr>
          <a:xfrm rot="7459813">
            <a:off x="4142430" y="3669030"/>
            <a:ext cx="630540" cy="15240"/>
          </a:xfrm>
          <a:prstGeom prst="rect">
            <a:avLst/>
          </a:prstGeom>
          <a:solidFill>
            <a:srgbClr val="B4B4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959F8CE-448A-F9EE-841D-5AF561145B59}"/>
              </a:ext>
            </a:extLst>
          </p:cNvPr>
          <p:cNvSpPr/>
          <p:nvPr/>
        </p:nvSpPr>
        <p:spPr>
          <a:xfrm rot="-2185852">
            <a:off x="4570720" y="3211830"/>
            <a:ext cx="662960" cy="15240"/>
          </a:xfrm>
          <a:prstGeom prst="rect">
            <a:avLst/>
          </a:prstGeom>
          <a:solidFill>
            <a:srgbClr val="B4B4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74EC00F-FAD3-C752-7831-28F375DFA647}"/>
              </a:ext>
            </a:extLst>
          </p:cNvPr>
          <p:cNvSpPr/>
          <p:nvPr/>
        </p:nvSpPr>
        <p:spPr>
          <a:xfrm rot="1043599">
            <a:off x="4089546" y="2849880"/>
            <a:ext cx="1104608" cy="15240"/>
          </a:xfrm>
          <a:prstGeom prst="rect">
            <a:avLst/>
          </a:prstGeom>
          <a:solidFill>
            <a:srgbClr val="B4B4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A9298FE-8182-496D-5EA5-A4BE428488CE}"/>
              </a:ext>
            </a:extLst>
          </p:cNvPr>
          <p:cNvSpPr/>
          <p:nvPr/>
        </p:nvSpPr>
        <p:spPr>
          <a:xfrm rot="138823">
            <a:off x="2336287" y="3916680"/>
            <a:ext cx="1258326" cy="15240"/>
          </a:xfrm>
          <a:prstGeom prst="rect">
            <a:avLst/>
          </a:prstGeom>
          <a:solidFill>
            <a:srgbClr val="B4B4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72106C2-C33F-0669-FE9D-590C6198037E}"/>
              </a:ext>
            </a:extLst>
          </p:cNvPr>
          <p:cNvSpPr/>
          <p:nvPr/>
        </p:nvSpPr>
        <p:spPr>
          <a:xfrm rot="-2740442">
            <a:off x="774013" y="2694940"/>
            <a:ext cx="763374" cy="3302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377422FF-B499-8CC7-E4DF-60D9810350E1}"/>
              </a:ext>
            </a:extLst>
          </p:cNvPr>
          <p:cNvSpPr/>
          <p:nvPr/>
        </p:nvSpPr>
        <p:spPr>
          <a:xfrm rot="-306130">
            <a:off x="1420985" y="2390140"/>
            <a:ext cx="714030" cy="3302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863A42C-5379-01BD-4182-CD210FC71F9B}"/>
              </a:ext>
            </a:extLst>
          </p:cNvPr>
          <p:cNvSpPr/>
          <p:nvPr/>
        </p:nvSpPr>
        <p:spPr>
          <a:xfrm rot="64855">
            <a:off x="2133480" y="2371090"/>
            <a:ext cx="1346440" cy="3302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B1A4C93-A151-EBF7-3A02-76E1E5C6D18B}"/>
              </a:ext>
            </a:extLst>
          </p:cNvPr>
          <p:cNvSpPr/>
          <p:nvPr/>
        </p:nvSpPr>
        <p:spPr>
          <a:xfrm rot="1482146">
            <a:off x="3447819" y="2529840"/>
            <a:ext cx="698962" cy="3302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9BD11FE-B520-18EC-0FC6-6A108E6709F3}"/>
              </a:ext>
            </a:extLst>
          </p:cNvPr>
          <p:cNvSpPr/>
          <p:nvPr/>
        </p:nvSpPr>
        <p:spPr>
          <a:xfrm rot="1043599">
            <a:off x="4089546" y="2840990"/>
            <a:ext cx="1104608" cy="3302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C882B1D5-8C8C-5600-7AB2-AEC8411CAE78}"/>
              </a:ext>
            </a:extLst>
          </p:cNvPr>
          <p:cNvSpPr/>
          <p:nvPr/>
        </p:nvSpPr>
        <p:spPr>
          <a:xfrm>
            <a:off x="844550" y="2940050"/>
            <a:ext cx="88900" cy="88900"/>
          </a:xfrm>
          <a:prstGeom prst="ellipse">
            <a:avLst/>
          </a:prstGeom>
          <a:solidFill>
            <a:srgbClr val="7777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10EA8C1-8C5C-B3D2-7595-6D5534A44D78}"/>
              </a:ext>
            </a:extLst>
          </p:cNvPr>
          <p:cNvSpPr/>
          <p:nvPr/>
        </p:nvSpPr>
        <p:spPr>
          <a:xfrm>
            <a:off x="1377950" y="2393950"/>
            <a:ext cx="88900" cy="88900"/>
          </a:xfrm>
          <a:prstGeom prst="ellipse">
            <a:avLst/>
          </a:prstGeom>
          <a:solidFill>
            <a:srgbClr val="7777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5F63FFFD-4CDE-9B06-37ED-E93A97053858}"/>
              </a:ext>
            </a:extLst>
          </p:cNvPr>
          <p:cNvSpPr/>
          <p:nvPr/>
        </p:nvSpPr>
        <p:spPr>
          <a:xfrm>
            <a:off x="2089150" y="2330450"/>
            <a:ext cx="88900" cy="88900"/>
          </a:xfrm>
          <a:prstGeom prst="ellipse">
            <a:avLst/>
          </a:prstGeom>
          <a:solidFill>
            <a:srgbClr val="7777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3C8DD881-4B88-FCF8-95A3-92CF08B1E3BA}"/>
              </a:ext>
            </a:extLst>
          </p:cNvPr>
          <p:cNvSpPr/>
          <p:nvPr/>
        </p:nvSpPr>
        <p:spPr>
          <a:xfrm>
            <a:off x="2406650" y="2736850"/>
            <a:ext cx="88900" cy="88900"/>
          </a:xfrm>
          <a:prstGeom prst="ellipse">
            <a:avLst/>
          </a:prstGeom>
          <a:solidFill>
            <a:srgbClr val="7777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DD2D77B9-7398-74ED-3CD6-A2C03B6268ED}"/>
              </a:ext>
            </a:extLst>
          </p:cNvPr>
          <p:cNvSpPr/>
          <p:nvPr/>
        </p:nvSpPr>
        <p:spPr>
          <a:xfrm>
            <a:off x="1670050" y="3384550"/>
            <a:ext cx="88900" cy="88900"/>
          </a:xfrm>
          <a:prstGeom prst="ellipse">
            <a:avLst/>
          </a:prstGeom>
          <a:solidFill>
            <a:srgbClr val="7777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3AF2952D-0724-62C8-83C1-8A9DB3A8ADD4}"/>
              </a:ext>
            </a:extLst>
          </p:cNvPr>
          <p:cNvSpPr/>
          <p:nvPr/>
        </p:nvSpPr>
        <p:spPr>
          <a:xfrm>
            <a:off x="2292350" y="3854450"/>
            <a:ext cx="88900" cy="88900"/>
          </a:xfrm>
          <a:prstGeom prst="ellipse">
            <a:avLst/>
          </a:prstGeom>
          <a:solidFill>
            <a:srgbClr val="7777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36266FC5-8D1C-FBFB-6E2B-AD554CB7EBBC}"/>
              </a:ext>
            </a:extLst>
          </p:cNvPr>
          <p:cNvSpPr/>
          <p:nvPr/>
        </p:nvSpPr>
        <p:spPr>
          <a:xfrm>
            <a:off x="3435350" y="2355850"/>
            <a:ext cx="88900" cy="88900"/>
          </a:xfrm>
          <a:prstGeom prst="ellipse">
            <a:avLst/>
          </a:prstGeom>
          <a:solidFill>
            <a:srgbClr val="7777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3CD2ABDA-263B-F810-887B-7281B1F93FCB}"/>
              </a:ext>
            </a:extLst>
          </p:cNvPr>
          <p:cNvSpPr/>
          <p:nvPr/>
        </p:nvSpPr>
        <p:spPr>
          <a:xfrm>
            <a:off x="4070350" y="2647950"/>
            <a:ext cx="88900" cy="88900"/>
          </a:xfrm>
          <a:prstGeom prst="ellipse">
            <a:avLst/>
          </a:prstGeom>
          <a:solidFill>
            <a:srgbClr val="7777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53A6AED8-200C-D33C-1F62-967F95E0CE67}"/>
              </a:ext>
            </a:extLst>
          </p:cNvPr>
          <p:cNvSpPr/>
          <p:nvPr/>
        </p:nvSpPr>
        <p:spPr>
          <a:xfrm>
            <a:off x="4591050" y="3371850"/>
            <a:ext cx="88900" cy="88900"/>
          </a:xfrm>
          <a:prstGeom prst="ellipse">
            <a:avLst/>
          </a:prstGeom>
          <a:solidFill>
            <a:srgbClr val="7777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337E130D-2CED-65BB-5B9F-DA40E483370C}"/>
              </a:ext>
            </a:extLst>
          </p:cNvPr>
          <p:cNvSpPr/>
          <p:nvPr/>
        </p:nvSpPr>
        <p:spPr>
          <a:xfrm>
            <a:off x="3549650" y="3905250"/>
            <a:ext cx="88900" cy="88900"/>
          </a:xfrm>
          <a:prstGeom prst="ellipse">
            <a:avLst/>
          </a:prstGeom>
          <a:solidFill>
            <a:srgbClr val="7777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7B7245F9-7327-E094-41C3-BA36910F3D36}"/>
              </a:ext>
            </a:extLst>
          </p:cNvPr>
          <p:cNvSpPr/>
          <p:nvPr/>
        </p:nvSpPr>
        <p:spPr>
          <a:xfrm>
            <a:off x="4235450" y="3892550"/>
            <a:ext cx="88900" cy="88900"/>
          </a:xfrm>
          <a:prstGeom prst="ellipse">
            <a:avLst/>
          </a:prstGeom>
          <a:solidFill>
            <a:srgbClr val="7777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37344139-9E9B-7B2D-D9F0-287C44ED032E}"/>
              </a:ext>
            </a:extLst>
          </p:cNvPr>
          <p:cNvSpPr/>
          <p:nvPr/>
        </p:nvSpPr>
        <p:spPr>
          <a:xfrm>
            <a:off x="5124450" y="2978150"/>
            <a:ext cx="88900" cy="88900"/>
          </a:xfrm>
          <a:prstGeom prst="ellipse">
            <a:avLst/>
          </a:prstGeom>
          <a:solidFill>
            <a:srgbClr val="7777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96A54F55-DE21-09D7-F4B6-1CD715A8D843}"/>
              </a:ext>
            </a:extLst>
          </p:cNvPr>
          <p:cNvSpPr/>
          <p:nvPr/>
        </p:nvSpPr>
        <p:spPr>
          <a:xfrm>
            <a:off x="825500" y="2921000"/>
            <a:ext cx="127000" cy="127000"/>
          </a:xfrm>
          <a:prstGeom prst="ellipse">
            <a:avLst/>
          </a:prstGeom>
          <a:solidFill>
            <a:srgbClr val="2222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7AE8A37C-BDD5-E88E-5A85-292AC8402A75}"/>
              </a:ext>
            </a:extLst>
          </p:cNvPr>
          <p:cNvSpPr/>
          <p:nvPr/>
        </p:nvSpPr>
        <p:spPr>
          <a:xfrm>
            <a:off x="5105400" y="2959100"/>
            <a:ext cx="127000" cy="127000"/>
          </a:xfrm>
          <a:prstGeom prst="ellipse">
            <a:avLst/>
          </a:prstGeom>
          <a:solidFill>
            <a:srgbClr val="1987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63AE28DA-64F5-6462-45D2-F1F0B7F172D6}"/>
              </a:ext>
            </a:extLst>
          </p:cNvPr>
          <p:cNvSpPr txBox="1"/>
          <p:nvPr/>
        </p:nvSpPr>
        <p:spPr>
          <a:xfrm>
            <a:off x="660400" y="4381500"/>
            <a:ext cx="4953000" cy="276999"/>
          </a:xfrm>
          <a:prstGeom prst="rect">
            <a:avLst/>
          </a:prstGeom>
          <a:noFill/>
        </p:spPr>
        <p:txBody>
          <a:bodyPr vert="horz" wrap="none" lIns="0" tIns="0" rIns="0" bIns="0" rtlCol="0">
            <a:noAutofit/>
          </a:bodyPr>
          <a:lstStyle/>
          <a:p>
            <a:r>
              <a:rPr lang="en-US" sz="1600" b="1">
                <a:solidFill>
                  <a:srgbClr val="202020"/>
                </a:solidFill>
                <a:latin typeface="Arial" panose="020B0604020202020204" pitchFamily="34" charset="0"/>
              </a:rPr>
              <a:t>RRT → RRT*: phát triển và cải thiện cây</a:t>
            </a:r>
          </a:p>
        </p:txBody>
      </p:sp>
      <p:sp>
        <p:nvSpPr>
          <p:cNvPr id="47" name="Rectangle 46">
            <a:extLst>
              <a:ext uri="{FF2B5EF4-FFF2-40B4-BE49-F238E27FC236}">
                <a16:creationId xmlns:a16="http://schemas.microsoft.com/office/drawing/2014/main" id="{EE3BC9D6-A5EB-F09E-E4BD-5C2B83EAAE97}"/>
              </a:ext>
            </a:extLst>
          </p:cNvPr>
          <p:cNvSpPr/>
          <p:nvPr/>
        </p:nvSpPr>
        <p:spPr>
          <a:xfrm rot="-1920323">
            <a:off x="825260" y="5582920"/>
            <a:ext cx="838680" cy="22860"/>
          </a:xfrm>
          <a:prstGeom prst="rect">
            <a:avLst/>
          </a:prstGeom>
          <a:solidFill>
            <a:srgbClr val="A0A0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E51B0362-BD68-8FCA-8A01-59A9294FF88D}"/>
              </a:ext>
            </a:extLst>
          </p:cNvPr>
          <p:cNvSpPr/>
          <p:nvPr/>
        </p:nvSpPr>
        <p:spPr>
          <a:xfrm rot="1593903">
            <a:off x="1562724" y="5519420"/>
            <a:ext cx="709952" cy="22860"/>
          </a:xfrm>
          <a:prstGeom prst="rect">
            <a:avLst/>
          </a:prstGeom>
          <a:solidFill>
            <a:srgbClr val="A0A0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7FB938B3-1E3E-26F0-643C-8686F125A293}"/>
              </a:ext>
            </a:extLst>
          </p:cNvPr>
          <p:cNvSpPr/>
          <p:nvPr/>
        </p:nvSpPr>
        <p:spPr>
          <a:xfrm rot="1546160">
            <a:off x="2804128" y="5436870"/>
            <a:ext cx="817944" cy="22860"/>
          </a:xfrm>
          <a:prstGeom prst="rect">
            <a:avLst/>
          </a:prstGeom>
          <a:solidFill>
            <a:srgbClr val="A0A0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C9611FB8-0F06-D91D-5295-346FF169633A}"/>
              </a:ext>
            </a:extLst>
          </p:cNvPr>
          <p:cNvSpPr/>
          <p:nvPr/>
        </p:nvSpPr>
        <p:spPr>
          <a:xfrm rot="1169168">
            <a:off x="4254822" y="5341620"/>
            <a:ext cx="875656" cy="22860"/>
          </a:xfrm>
          <a:prstGeom prst="rect">
            <a:avLst/>
          </a:prstGeom>
          <a:solidFill>
            <a:srgbClr val="A0A0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154EAB8A-8A87-9E60-B8A2-66E029A269BD}"/>
              </a:ext>
            </a:extLst>
          </p:cNvPr>
          <p:cNvSpPr/>
          <p:nvPr/>
        </p:nvSpPr>
        <p:spPr>
          <a:xfrm rot="-3542175">
            <a:off x="1456388" y="5106670"/>
            <a:ext cx="592424" cy="22860"/>
          </a:xfrm>
          <a:prstGeom prst="rect">
            <a:avLst/>
          </a:prstGeom>
          <a:solidFill>
            <a:srgbClr val="A0A0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0B82F710-1D88-95A6-CB89-CB1D7403B527}"/>
              </a:ext>
            </a:extLst>
          </p:cNvPr>
          <p:cNvSpPr/>
          <p:nvPr/>
        </p:nvSpPr>
        <p:spPr>
          <a:xfrm rot="-4091916">
            <a:off x="2672834" y="5005070"/>
            <a:ext cx="547132" cy="22860"/>
          </a:xfrm>
          <a:prstGeom prst="rect">
            <a:avLst/>
          </a:prstGeom>
          <a:solidFill>
            <a:srgbClr val="A0A0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E39199EE-DC4C-83FA-BA77-9BFECBC139B8}"/>
              </a:ext>
            </a:extLst>
          </p:cNvPr>
          <p:cNvSpPr/>
          <p:nvPr/>
        </p:nvSpPr>
        <p:spPr>
          <a:xfrm rot="1413136">
            <a:off x="3536390" y="5830570"/>
            <a:ext cx="1080620" cy="22860"/>
          </a:xfrm>
          <a:prstGeom prst="rect">
            <a:avLst/>
          </a:prstGeom>
          <a:solidFill>
            <a:srgbClr val="A0A0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52D3BCF8-1346-62F4-CF83-7A5D6A51BEC4}"/>
              </a:ext>
            </a:extLst>
          </p:cNvPr>
          <p:cNvSpPr/>
          <p:nvPr/>
        </p:nvSpPr>
        <p:spPr>
          <a:xfrm rot="-280011">
            <a:off x="1598130" y="5303520"/>
            <a:ext cx="1248740" cy="3556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F8C7F257-83F4-9A8C-EF48-1D6A3C92A10C}"/>
              </a:ext>
            </a:extLst>
          </p:cNvPr>
          <p:cNvSpPr/>
          <p:nvPr/>
        </p:nvSpPr>
        <p:spPr>
          <a:xfrm rot="-152014">
            <a:off x="2844098" y="5220970"/>
            <a:ext cx="1436504" cy="3556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DA348507-2E65-5D76-A0BC-CE2D8EAF59CD}"/>
              </a:ext>
            </a:extLst>
          </p:cNvPr>
          <p:cNvSpPr txBox="1"/>
          <p:nvPr/>
        </p:nvSpPr>
        <p:spPr>
          <a:xfrm>
            <a:off x="1651000" y="6019800"/>
            <a:ext cx="3810000" cy="276999"/>
          </a:xfrm>
          <a:prstGeom prst="rect">
            <a:avLst/>
          </a:prstGeom>
          <a:noFill/>
        </p:spPr>
        <p:txBody>
          <a:bodyPr vert="horz" wrap="none" lIns="0" tIns="0" rIns="0" bIns="0" rtlCol="0">
            <a:noAutofit/>
          </a:bodyPr>
          <a:lstStyle/>
          <a:p>
            <a:r>
              <a:rPr lang="vi-VN" sz="1200">
                <a:solidFill>
                  <a:srgbClr val="B70C0C"/>
                </a:solidFill>
                <a:latin typeface="Arial" panose="020B0604020202020204" pitchFamily="34" charset="0"/>
              </a:rPr>
              <a:t>Nối lại nhánh khi chi phí tốt hơn</a:t>
            </a:r>
            <a:endParaRPr lang="en-US" sz="1200">
              <a:solidFill>
                <a:srgbClr val="B70C0C"/>
              </a:solidFill>
              <a:latin typeface="Arial" panose="020B0604020202020204" pitchFamily="34" charset="0"/>
            </a:endParaRPr>
          </a:p>
        </p:txBody>
      </p:sp>
      <p:sp>
        <p:nvSpPr>
          <p:cNvPr id="57" name="Oval 56">
            <a:extLst>
              <a:ext uri="{FF2B5EF4-FFF2-40B4-BE49-F238E27FC236}">
                <a16:creationId xmlns:a16="http://schemas.microsoft.com/office/drawing/2014/main" id="{329CF144-478F-2642-3861-D25E756555D6}"/>
              </a:ext>
            </a:extLst>
          </p:cNvPr>
          <p:cNvSpPr/>
          <p:nvPr/>
        </p:nvSpPr>
        <p:spPr>
          <a:xfrm>
            <a:off x="844550" y="5772150"/>
            <a:ext cx="88900" cy="88900"/>
          </a:xfrm>
          <a:prstGeom prst="ellipse">
            <a:avLst/>
          </a:prstGeom>
          <a:solidFill>
            <a:srgbClr val="66666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FA860210-0AAB-B1C0-0DE7-B0D922298616}"/>
              </a:ext>
            </a:extLst>
          </p:cNvPr>
          <p:cNvSpPr/>
          <p:nvPr/>
        </p:nvSpPr>
        <p:spPr>
          <a:xfrm>
            <a:off x="1555750" y="5327650"/>
            <a:ext cx="88900" cy="88900"/>
          </a:xfrm>
          <a:prstGeom prst="ellipse">
            <a:avLst/>
          </a:prstGeom>
          <a:solidFill>
            <a:srgbClr val="66666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B6EDF9D8-18D1-275D-D63F-1B577BA5E90F}"/>
              </a:ext>
            </a:extLst>
          </p:cNvPr>
          <p:cNvSpPr/>
          <p:nvPr/>
        </p:nvSpPr>
        <p:spPr>
          <a:xfrm>
            <a:off x="2190750" y="5645150"/>
            <a:ext cx="88900" cy="88900"/>
          </a:xfrm>
          <a:prstGeom prst="ellipse">
            <a:avLst/>
          </a:prstGeom>
          <a:solidFill>
            <a:srgbClr val="66666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D8813243-AAC5-2EC6-00BD-14F9B5BDA155}"/>
              </a:ext>
            </a:extLst>
          </p:cNvPr>
          <p:cNvSpPr/>
          <p:nvPr/>
        </p:nvSpPr>
        <p:spPr>
          <a:xfrm>
            <a:off x="2800350" y="5226050"/>
            <a:ext cx="88900" cy="88900"/>
          </a:xfrm>
          <a:prstGeom prst="ellipse">
            <a:avLst/>
          </a:prstGeom>
          <a:solidFill>
            <a:srgbClr val="66666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C8AD8819-70F5-119F-B9D5-D115A67F1919}"/>
              </a:ext>
            </a:extLst>
          </p:cNvPr>
          <p:cNvSpPr/>
          <p:nvPr/>
        </p:nvSpPr>
        <p:spPr>
          <a:xfrm>
            <a:off x="3536950" y="5581650"/>
            <a:ext cx="88900" cy="88900"/>
          </a:xfrm>
          <a:prstGeom prst="ellipse">
            <a:avLst/>
          </a:prstGeom>
          <a:solidFill>
            <a:srgbClr val="66666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2229BC0C-F638-ECA7-5C92-6DDD10B51E4F}"/>
              </a:ext>
            </a:extLst>
          </p:cNvPr>
          <p:cNvSpPr/>
          <p:nvPr/>
        </p:nvSpPr>
        <p:spPr>
          <a:xfrm>
            <a:off x="4235450" y="5162550"/>
            <a:ext cx="88900" cy="88900"/>
          </a:xfrm>
          <a:prstGeom prst="ellipse">
            <a:avLst/>
          </a:prstGeom>
          <a:solidFill>
            <a:srgbClr val="66666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3C430296-AEF4-A21B-C5A5-8701B336F638}"/>
              </a:ext>
            </a:extLst>
          </p:cNvPr>
          <p:cNvSpPr/>
          <p:nvPr/>
        </p:nvSpPr>
        <p:spPr>
          <a:xfrm>
            <a:off x="5060950" y="5454650"/>
            <a:ext cx="88900" cy="88900"/>
          </a:xfrm>
          <a:prstGeom prst="ellipse">
            <a:avLst/>
          </a:prstGeom>
          <a:solidFill>
            <a:srgbClr val="66666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D6051283-A831-8C79-B5A4-96A9ACD253B6}"/>
              </a:ext>
            </a:extLst>
          </p:cNvPr>
          <p:cNvSpPr/>
          <p:nvPr/>
        </p:nvSpPr>
        <p:spPr>
          <a:xfrm>
            <a:off x="1860550" y="4819650"/>
            <a:ext cx="88900" cy="88900"/>
          </a:xfrm>
          <a:prstGeom prst="ellipse">
            <a:avLst/>
          </a:prstGeom>
          <a:solidFill>
            <a:srgbClr val="66666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31706E41-7C9C-2898-463F-A95DEB752915}"/>
              </a:ext>
            </a:extLst>
          </p:cNvPr>
          <p:cNvSpPr/>
          <p:nvPr/>
        </p:nvSpPr>
        <p:spPr>
          <a:xfrm>
            <a:off x="3003550" y="4718050"/>
            <a:ext cx="88900" cy="88900"/>
          </a:xfrm>
          <a:prstGeom prst="ellipse">
            <a:avLst/>
          </a:prstGeom>
          <a:solidFill>
            <a:srgbClr val="66666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2A461ED7-442C-727B-10A5-F50F6D72818E}"/>
              </a:ext>
            </a:extLst>
          </p:cNvPr>
          <p:cNvSpPr/>
          <p:nvPr/>
        </p:nvSpPr>
        <p:spPr>
          <a:xfrm>
            <a:off x="4527550" y="6013450"/>
            <a:ext cx="88900" cy="88900"/>
          </a:xfrm>
          <a:prstGeom prst="ellipse">
            <a:avLst/>
          </a:prstGeom>
          <a:solidFill>
            <a:srgbClr val="66666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AA878137-A99C-401C-D4FA-291EE843A6AB}"/>
              </a:ext>
            </a:extLst>
          </p:cNvPr>
          <p:cNvSpPr txBox="1"/>
          <p:nvPr/>
        </p:nvSpPr>
        <p:spPr>
          <a:xfrm>
            <a:off x="6032500" y="1968500"/>
            <a:ext cx="5588000" cy="276999"/>
          </a:xfrm>
          <a:prstGeom prst="rect">
            <a:avLst/>
          </a:prstGeom>
          <a:noFill/>
        </p:spPr>
        <p:txBody>
          <a:bodyPr vert="horz" wrap="none" lIns="0" tIns="0" rIns="0" bIns="0" rtlCol="0">
            <a:noAutofit/>
          </a:bodyPr>
          <a:lstStyle/>
          <a:p>
            <a:r>
              <a:rPr lang="en-US" sz="1900" b="1">
                <a:solidFill>
                  <a:srgbClr val="202020"/>
                </a:solidFill>
                <a:latin typeface="Arial" panose="020B0604020202020204" pitchFamily="34" charset="0"/>
              </a:rPr>
              <a:t>PRM — phù hợp nhiều truy vấn</a:t>
            </a:r>
          </a:p>
        </p:txBody>
      </p:sp>
      <p:sp>
        <p:nvSpPr>
          <p:cNvPr id="68" name="TextBox 67">
            <a:extLst>
              <a:ext uri="{FF2B5EF4-FFF2-40B4-BE49-F238E27FC236}">
                <a16:creationId xmlns:a16="http://schemas.microsoft.com/office/drawing/2014/main" id="{41583F02-6439-4783-3C6D-95E3BABD92D7}"/>
              </a:ext>
            </a:extLst>
          </p:cNvPr>
          <p:cNvSpPr txBox="1"/>
          <p:nvPr/>
        </p:nvSpPr>
        <p:spPr>
          <a:xfrm>
            <a:off x="6032500" y="2298700"/>
            <a:ext cx="5588000" cy="276999"/>
          </a:xfrm>
          <a:prstGeom prst="rect">
            <a:avLst/>
          </a:prstGeom>
          <a:noFill/>
        </p:spPr>
        <p:txBody>
          <a:bodyPr vert="horz" wrap="none" lIns="0" tIns="0" rIns="0" bIns="0" rtlCol="0">
            <a:noAutofit/>
          </a:bodyPr>
          <a:lstStyle/>
          <a:p>
            <a:r>
              <a:rPr lang="vi-VN" sz="1750">
                <a:solidFill>
                  <a:srgbClr val="202020"/>
                </a:solidFill>
                <a:latin typeface="Arial" panose="020B0604020202020204" pitchFamily="34" charset="0"/>
              </a:rPr>
              <a:t>Lấy mẫu hợp lệ, nối thành mạng; dùng Dijkstra/A* tìm
đường từ đầu đến đích.</a:t>
            </a:r>
            <a:endParaRPr lang="en-US" sz="1750">
              <a:solidFill>
                <a:srgbClr val="202020"/>
              </a:solidFill>
              <a:latin typeface="Arial" panose="020B0604020202020204" pitchFamily="34" charset="0"/>
            </a:endParaRPr>
          </a:p>
        </p:txBody>
      </p:sp>
      <p:sp>
        <p:nvSpPr>
          <p:cNvPr id="69" name="TextBox 68">
            <a:extLst>
              <a:ext uri="{FF2B5EF4-FFF2-40B4-BE49-F238E27FC236}">
                <a16:creationId xmlns:a16="http://schemas.microsoft.com/office/drawing/2014/main" id="{8D70AB4F-E8FD-34CE-DD98-1882BE30A9FC}"/>
              </a:ext>
            </a:extLst>
          </p:cNvPr>
          <p:cNvSpPr txBox="1"/>
          <p:nvPr/>
        </p:nvSpPr>
        <p:spPr>
          <a:xfrm>
            <a:off x="6032500" y="3187700"/>
            <a:ext cx="5588000" cy="276999"/>
          </a:xfrm>
          <a:prstGeom prst="rect">
            <a:avLst/>
          </a:prstGeom>
          <a:noFill/>
        </p:spPr>
        <p:txBody>
          <a:bodyPr vert="horz" wrap="none" lIns="0" tIns="0" rIns="0" bIns="0" rtlCol="0">
            <a:noAutofit/>
          </a:bodyPr>
          <a:lstStyle/>
          <a:p>
            <a:r>
              <a:rPr lang="vi-VN" sz="1900" b="1">
                <a:solidFill>
                  <a:srgbClr val="202020"/>
                </a:solidFill>
                <a:latin typeface="Arial" panose="020B0604020202020204" pitchFamily="34" charset="0"/>
              </a:rPr>
              <a:t>RRT — tìm đường khả thi</a:t>
            </a:r>
            <a:endParaRPr lang="en-US" sz="1900" b="1">
              <a:solidFill>
                <a:srgbClr val="202020"/>
              </a:solidFill>
              <a:latin typeface="Arial" panose="020B0604020202020204" pitchFamily="34" charset="0"/>
            </a:endParaRPr>
          </a:p>
        </p:txBody>
      </p:sp>
      <p:sp>
        <p:nvSpPr>
          <p:cNvPr id="70" name="TextBox 69">
            <a:extLst>
              <a:ext uri="{FF2B5EF4-FFF2-40B4-BE49-F238E27FC236}">
                <a16:creationId xmlns:a16="http://schemas.microsoft.com/office/drawing/2014/main" id="{0798C40E-81D4-6324-6E2A-5133F7C61E49}"/>
              </a:ext>
            </a:extLst>
          </p:cNvPr>
          <p:cNvSpPr txBox="1"/>
          <p:nvPr/>
        </p:nvSpPr>
        <p:spPr>
          <a:xfrm>
            <a:off x="6032500" y="3517900"/>
            <a:ext cx="5588000" cy="276999"/>
          </a:xfrm>
          <a:prstGeom prst="rect">
            <a:avLst/>
          </a:prstGeom>
          <a:noFill/>
        </p:spPr>
        <p:txBody>
          <a:bodyPr vert="horz" wrap="none" lIns="0" tIns="0" rIns="0" bIns="0" rtlCol="0">
            <a:noAutofit/>
          </a:bodyPr>
          <a:lstStyle/>
          <a:p>
            <a:r>
              <a:rPr lang="en-US" sz="1750">
                <a:solidFill>
                  <a:srgbClr val="202020"/>
                </a:solidFill>
                <a:latin typeface="Arial" panose="020B0604020202020204" pitchFamily="34" charset="0"/>
              </a:rPr>
              <a:t>Lấy mẫu → tìm đỉnh gần nhất → mở rộng. Chỉ thêm
chuyển động không va chạm.</a:t>
            </a:r>
          </a:p>
        </p:txBody>
      </p:sp>
      <p:sp>
        <p:nvSpPr>
          <p:cNvPr id="71" name="TextBox 70">
            <a:extLst>
              <a:ext uri="{FF2B5EF4-FFF2-40B4-BE49-F238E27FC236}">
                <a16:creationId xmlns:a16="http://schemas.microsoft.com/office/drawing/2014/main" id="{E7C974C0-CB1F-FB3D-035F-51F86B7A146F}"/>
              </a:ext>
            </a:extLst>
          </p:cNvPr>
          <p:cNvSpPr txBox="1"/>
          <p:nvPr/>
        </p:nvSpPr>
        <p:spPr>
          <a:xfrm>
            <a:off x="6032500" y="4406900"/>
            <a:ext cx="5588000" cy="276999"/>
          </a:xfrm>
          <a:prstGeom prst="rect">
            <a:avLst/>
          </a:prstGeom>
          <a:noFill/>
        </p:spPr>
        <p:txBody>
          <a:bodyPr vert="horz" wrap="none" lIns="0" tIns="0" rIns="0" bIns="0" rtlCol="0">
            <a:noAutofit/>
          </a:bodyPr>
          <a:lstStyle/>
          <a:p>
            <a:r>
              <a:rPr lang="en-US" sz="1900" b="1">
                <a:solidFill>
                  <a:srgbClr val="202020"/>
                </a:solidFill>
                <a:latin typeface="Arial" panose="020B0604020202020204" pitchFamily="34" charset="0"/>
              </a:rPr>
              <a:t>RRT* — cải thiện chi phí</a:t>
            </a:r>
          </a:p>
        </p:txBody>
      </p:sp>
      <p:sp>
        <p:nvSpPr>
          <p:cNvPr id="72" name="TextBox 71">
            <a:extLst>
              <a:ext uri="{FF2B5EF4-FFF2-40B4-BE49-F238E27FC236}">
                <a16:creationId xmlns:a16="http://schemas.microsoft.com/office/drawing/2014/main" id="{21E25F5D-4F4D-078D-65B3-68004F8499C0}"/>
              </a:ext>
            </a:extLst>
          </p:cNvPr>
          <p:cNvSpPr txBox="1"/>
          <p:nvPr/>
        </p:nvSpPr>
        <p:spPr>
          <a:xfrm>
            <a:off x="6032500" y="4737100"/>
            <a:ext cx="5588000" cy="276999"/>
          </a:xfrm>
          <a:prstGeom prst="rect">
            <a:avLst/>
          </a:prstGeom>
          <a:noFill/>
        </p:spPr>
        <p:txBody>
          <a:bodyPr vert="horz" wrap="none" lIns="0" tIns="0" rIns="0" bIns="0" rtlCol="0">
            <a:noAutofit/>
          </a:bodyPr>
          <a:lstStyle/>
          <a:p>
            <a:r>
              <a:rPr lang="en-US" sz="1750">
                <a:solidFill>
                  <a:srgbClr val="202020"/>
                </a:solidFill>
                <a:latin typeface="Arial" panose="020B0604020202020204" pitchFamily="34" charset="0"/>
              </a:rPr>
              <a:t>Chọn cha tốt nhất và nối lại nhánh; cần thêm thời gian
kiểm tra và cập nhật cây.</a:t>
            </a:r>
          </a:p>
        </p:txBody>
      </p:sp>
      <p:sp>
        <p:nvSpPr>
          <p:cNvPr id="73" name="Rectangle: Rounded Corners 72">
            <a:extLst>
              <a:ext uri="{FF2B5EF4-FFF2-40B4-BE49-F238E27FC236}">
                <a16:creationId xmlns:a16="http://schemas.microsoft.com/office/drawing/2014/main" id="{6FF2E3D3-91B8-10B6-E6D7-5A1119CA30CA}"/>
              </a:ext>
            </a:extLst>
          </p:cNvPr>
          <p:cNvSpPr/>
          <p:nvPr/>
        </p:nvSpPr>
        <p:spPr>
          <a:xfrm>
            <a:off x="6032500" y="5626100"/>
            <a:ext cx="5588000" cy="660400"/>
          </a:xfrm>
          <a:prstGeom prst="roundRect">
            <a:avLst/>
          </a:prstGeom>
          <a:solidFill>
            <a:srgbClr val="FFF0F0"/>
          </a:solidFill>
          <a:ln w="10160">
            <a:solidFill>
              <a:srgbClr val="FFF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730C2E6D-22F0-97F7-9171-3D1BDFEBCC94}"/>
              </a:ext>
            </a:extLst>
          </p:cNvPr>
          <p:cNvSpPr txBox="1"/>
          <p:nvPr/>
        </p:nvSpPr>
        <p:spPr>
          <a:xfrm>
            <a:off x="6184900" y="5727700"/>
            <a:ext cx="5283200" cy="276999"/>
          </a:xfrm>
          <a:prstGeom prst="rect">
            <a:avLst/>
          </a:prstGeom>
          <a:noFill/>
        </p:spPr>
        <p:txBody>
          <a:bodyPr vert="horz" wrap="none" lIns="0" tIns="0" rIns="0" bIns="0" rtlCol="0">
            <a:noAutofit/>
          </a:bodyPr>
          <a:lstStyle/>
          <a:p>
            <a:r>
              <a:rPr lang="vi-VN" sz="1550" b="1">
                <a:solidFill>
                  <a:srgbClr val="B70C0C"/>
                </a:solidFill>
                <a:latin typeface="Arial" panose="020B0604020202020204" pitchFamily="34" charset="0"/>
              </a:rPr>
              <a:t>Tối ưu tiệm cận có điều kiện; hữu hạn mẫu chưa bảo
đảm lời giải tối ưu.</a:t>
            </a:r>
            <a:endParaRPr lang="en-US" sz="1550" b="1">
              <a:solidFill>
                <a:srgbClr val="B70C0C"/>
              </a:solidFill>
              <a:latin typeface="Arial" panose="020B0604020202020204" pitchFamily="34" charset="0"/>
            </a:endParaRPr>
          </a:p>
        </p:txBody>
      </p:sp>
    </p:spTree>
    <p:extLst>
      <p:ext uri="{BB962C8B-B14F-4D97-AF65-F5344CB8AC3E}">
        <p14:creationId xmlns:p14="http://schemas.microsoft.com/office/powerpoint/2010/main" val="1416136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753B4B1-FE1D-61DC-D344-DFA7E9E0B0D2}"/>
              </a:ext>
            </a:extLst>
          </p:cNvPr>
          <p:cNvSpPr/>
          <p:nvPr/>
        </p:nvSpPr>
        <p:spPr>
          <a:xfrm>
            <a:off x="0" y="0"/>
            <a:ext cx="12192000" cy="1701800"/>
          </a:xfrm>
          <a:prstGeom prst="rect">
            <a:avLst/>
          </a:prstGeom>
          <a:solidFill>
            <a:srgbClr val="ED1010"/>
          </a:solidFill>
          <a:ln w="10160">
            <a:solidFill>
              <a:srgbClr val="ED10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190469E-7A08-C663-7BA5-A831E452D424}"/>
              </a:ext>
            </a:extLst>
          </p:cNvPr>
          <p:cNvSpPr/>
          <p:nvPr/>
        </p:nvSpPr>
        <p:spPr>
          <a:xfrm rot="5400000">
            <a:off x="-323850" y="812800"/>
            <a:ext cx="1638300" cy="12700"/>
          </a:xfrm>
          <a:prstGeom prst="rect">
            <a:avLst/>
          </a:prstGeom>
          <a:solidFill>
            <a:srgbClr val="FFC2C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4F8EE6B-2700-5D13-7F71-09E6D4E386A9}"/>
              </a:ext>
            </a:extLst>
          </p:cNvPr>
          <p:cNvSpPr/>
          <p:nvPr/>
        </p:nvSpPr>
        <p:spPr>
          <a:xfrm>
            <a:off x="952500" y="1657350"/>
            <a:ext cx="1054100" cy="12700"/>
          </a:xfrm>
          <a:prstGeom prst="rect">
            <a:avLst/>
          </a:prstGeom>
          <a:solidFill>
            <a:srgbClr val="FFAAA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F527C71-6FCC-2C51-30C2-5B5732AD8BF8}"/>
              </a:ext>
            </a:extLst>
          </p:cNvPr>
          <p:cNvSpPr txBox="1"/>
          <p:nvPr/>
        </p:nvSpPr>
        <p:spPr>
          <a:xfrm>
            <a:off x="736600" y="254000"/>
            <a:ext cx="10287000" cy="276999"/>
          </a:xfrm>
          <a:prstGeom prst="rect">
            <a:avLst/>
          </a:prstGeom>
          <a:noFill/>
        </p:spPr>
        <p:txBody>
          <a:bodyPr vert="horz" wrap="none" lIns="0" tIns="0" rIns="0" bIns="0" rtlCol="0">
            <a:noAutofit/>
          </a:bodyPr>
          <a:lstStyle/>
          <a:p>
            <a:r>
              <a:rPr lang="vi-VN" sz="3400" b="1">
                <a:solidFill>
                  <a:srgbClr val="FFFFFF"/>
                </a:solidFill>
                <a:latin typeface="Arial" panose="020B0604020202020204" pitchFamily="34" charset="0"/>
              </a:rPr>
              <a:t>3.3 Trường thế nhân tạo (APF)
Nguyên lý hút–đẩy</a:t>
            </a:r>
            <a:endParaRPr lang="en-US" sz="3400" b="1">
              <a:solidFill>
                <a:srgbClr val="FFFFFF"/>
              </a:solidFill>
              <a:latin typeface="Arial" panose="020B0604020202020204" pitchFamily="34" charset="0"/>
            </a:endParaRPr>
          </a:p>
        </p:txBody>
      </p:sp>
      <p:sp>
        <p:nvSpPr>
          <p:cNvPr id="6" name="TextBox 5">
            <a:extLst>
              <a:ext uri="{FF2B5EF4-FFF2-40B4-BE49-F238E27FC236}">
                <a16:creationId xmlns:a16="http://schemas.microsoft.com/office/drawing/2014/main" id="{26CB558C-80FB-2558-512D-A21E8FB03BAF}"/>
              </a:ext>
            </a:extLst>
          </p:cNvPr>
          <p:cNvSpPr txBox="1"/>
          <p:nvPr/>
        </p:nvSpPr>
        <p:spPr>
          <a:xfrm>
            <a:off x="10337800" y="1371600"/>
            <a:ext cx="1587500" cy="276999"/>
          </a:xfrm>
          <a:prstGeom prst="rect">
            <a:avLst/>
          </a:prstGeom>
          <a:noFill/>
        </p:spPr>
        <p:txBody>
          <a:bodyPr vert="horz" wrap="none" lIns="0" tIns="0" rIns="0" bIns="0" rtlCol="0">
            <a:noAutofit/>
          </a:bodyPr>
          <a:lstStyle/>
          <a:p>
            <a:pPr algn="r"/>
            <a:r>
              <a:rPr lang="vi-VN" sz="1000" b="1">
                <a:solidFill>
                  <a:srgbClr val="FFE5E5"/>
                </a:solidFill>
                <a:latin typeface="Arial" panose="020B0604020202020204" pitchFamily="34" charset="0"/>
              </a:rPr>
              <a:t>CHƯƠNG III</a:t>
            </a:r>
            <a:endParaRPr lang="en-US" sz="1000" b="1">
              <a:solidFill>
                <a:srgbClr val="FFE5E5"/>
              </a:solidFill>
              <a:latin typeface="Arial" panose="020B0604020202020204" pitchFamily="34" charset="0"/>
            </a:endParaRPr>
          </a:p>
        </p:txBody>
      </p:sp>
      <p:sp>
        <p:nvSpPr>
          <p:cNvPr id="7" name="Rectangle 6">
            <a:extLst>
              <a:ext uri="{FF2B5EF4-FFF2-40B4-BE49-F238E27FC236}">
                <a16:creationId xmlns:a16="http://schemas.microsoft.com/office/drawing/2014/main" id="{B7AF903F-F392-59C9-72BA-DB12FE30F117}"/>
              </a:ext>
            </a:extLst>
          </p:cNvPr>
          <p:cNvSpPr/>
          <p:nvPr/>
        </p:nvSpPr>
        <p:spPr>
          <a:xfrm>
            <a:off x="444500" y="6472555"/>
            <a:ext cx="11303000" cy="8890"/>
          </a:xfrm>
          <a:prstGeom prst="rect">
            <a:avLst/>
          </a:prstGeom>
          <a:solidFill>
            <a:srgbClr val="E6E6E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D9B3798-DC86-B7FA-F323-55B630CFA674}"/>
              </a:ext>
            </a:extLst>
          </p:cNvPr>
          <p:cNvSpPr txBox="1"/>
          <p:nvPr/>
        </p:nvSpPr>
        <p:spPr>
          <a:xfrm>
            <a:off x="444500" y="6591300"/>
            <a:ext cx="10477500" cy="276999"/>
          </a:xfrm>
          <a:prstGeom prst="rect">
            <a:avLst/>
          </a:prstGeom>
          <a:noFill/>
        </p:spPr>
        <p:txBody>
          <a:bodyPr vert="horz" wrap="none" lIns="0" tIns="0" rIns="0" bIns="0" rtlCol="0">
            <a:noAutofit/>
          </a:bodyPr>
          <a:lstStyle/>
          <a:p>
            <a:r>
              <a:rPr lang="vi-VN" sz="900">
                <a:solidFill>
                  <a:srgbClr val="666666"/>
                </a:solidFill>
                <a:latin typeface="Arial" panose="020B0604020202020204" pitchFamily="34" charset="0"/>
              </a:rPr>
              <a:t>Nguồn: main.tex, mục 3.3.1 • Lực ảo là hướng dẫn chuyển động, không phải lực cơ học.</a:t>
            </a:r>
            <a:endParaRPr lang="en-US" sz="900">
              <a:solidFill>
                <a:srgbClr val="666666"/>
              </a:solidFill>
              <a:latin typeface="Arial" panose="020B0604020202020204" pitchFamily="34" charset="0"/>
            </a:endParaRPr>
          </a:p>
        </p:txBody>
      </p:sp>
      <p:sp>
        <p:nvSpPr>
          <p:cNvPr id="9" name="TextBox 8">
            <a:extLst>
              <a:ext uri="{FF2B5EF4-FFF2-40B4-BE49-F238E27FC236}">
                <a16:creationId xmlns:a16="http://schemas.microsoft.com/office/drawing/2014/main" id="{A558B894-6E28-EAEE-0122-19D2B078F5CF}"/>
              </a:ext>
            </a:extLst>
          </p:cNvPr>
          <p:cNvSpPr txBox="1"/>
          <p:nvPr/>
        </p:nvSpPr>
        <p:spPr>
          <a:xfrm>
            <a:off x="10922000" y="6565900"/>
            <a:ext cx="825500" cy="276999"/>
          </a:xfrm>
          <a:prstGeom prst="rect">
            <a:avLst/>
          </a:prstGeom>
          <a:noFill/>
        </p:spPr>
        <p:txBody>
          <a:bodyPr vert="horz" wrap="none" lIns="0" tIns="0" rIns="0" bIns="0" rtlCol="0">
            <a:noAutofit/>
          </a:bodyPr>
          <a:lstStyle/>
          <a:p>
            <a:pPr algn="r"/>
            <a:r>
              <a:rPr lang="en-US" sz="1100">
                <a:solidFill>
                  <a:srgbClr val="777777"/>
                </a:solidFill>
                <a:latin typeface="Arial" panose="020B0604020202020204" pitchFamily="34" charset="0"/>
              </a:rPr>
              <a:t>12 / 13</a:t>
            </a:r>
          </a:p>
        </p:txBody>
      </p:sp>
      <p:sp>
        <p:nvSpPr>
          <p:cNvPr id="10" name="Oval 9">
            <a:extLst>
              <a:ext uri="{FF2B5EF4-FFF2-40B4-BE49-F238E27FC236}">
                <a16:creationId xmlns:a16="http://schemas.microsoft.com/office/drawing/2014/main" id="{C433C579-C310-2C78-9CE8-67DE87C6E02E}"/>
              </a:ext>
            </a:extLst>
          </p:cNvPr>
          <p:cNvSpPr/>
          <p:nvPr/>
        </p:nvSpPr>
        <p:spPr>
          <a:xfrm>
            <a:off x="952500" y="2336800"/>
            <a:ext cx="1092200" cy="1092200"/>
          </a:xfrm>
          <a:prstGeom prst="ellipse">
            <a:avLst/>
          </a:prstGeom>
          <a:solidFill>
            <a:srgbClr val="D9D9D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C7F33E0-7026-1F35-752F-A0AD712B323D}"/>
              </a:ext>
            </a:extLst>
          </p:cNvPr>
          <p:cNvSpPr txBox="1"/>
          <p:nvPr/>
        </p:nvSpPr>
        <p:spPr>
          <a:xfrm>
            <a:off x="952500" y="2717800"/>
            <a:ext cx="1092200" cy="276999"/>
          </a:xfrm>
          <a:prstGeom prst="rect">
            <a:avLst/>
          </a:prstGeom>
          <a:noFill/>
        </p:spPr>
        <p:txBody>
          <a:bodyPr vert="horz" wrap="none" lIns="0" tIns="0" rIns="0" bIns="0" rtlCol="0">
            <a:noAutofit/>
          </a:bodyPr>
          <a:lstStyle/>
          <a:p>
            <a:pPr algn="ctr"/>
            <a:r>
              <a:rPr lang="en-US" sz="1600" b="1">
                <a:solidFill>
                  <a:srgbClr val="444444"/>
                </a:solidFill>
                <a:latin typeface="Arial" panose="020B0604020202020204" pitchFamily="34" charset="0"/>
              </a:rPr>
              <a:t>Vật cản</a:t>
            </a:r>
          </a:p>
        </p:txBody>
      </p:sp>
      <p:sp>
        <p:nvSpPr>
          <p:cNvPr id="12" name="Oval 11">
            <a:extLst>
              <a:ext uri="{FF2B5EF4-FFF2-40B4-BE49-F238E27FC236}">
                <a16:creationId xmlns:a16="http://schemas.microsoft.com/office/drawing/2014/main" id="{739198AB-1A79-66AF-20A9-9545DDD9BEBB}"/>
              </a:ext>
            </a:extLst>
          </p:cNvPr>
          <p:cNvSpPr/>
          <p:nvPr/>
        </p:nvSpPr>
        <p:spPr>
          <a:xfrm>
            <a:off x="2501900" y="4089400"/>
            <a:ext cx="330200" cy="330200"/>
          </a:xfrm>
          <a:prstGeom prst="ellipse">
            <a:avLst/>
          </a:prstGeom>
          <a:solidFill>
            <a:srgbClr val="2358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99DE83E-136C-BD55-8802-564D0F4A29DE}"/>
              </a:ext>
            </a:extLst>
          </p:cNvPr>
          <p:cNvSpPr txBox="1"/>
          <p:nvPr/>
        </p:nvSpPr>
        <p:spPr>
          <a:xfrm>
            <a:off x="2006600" y="4445000"/>
            <a:ext cx="952500" cy="276999"/>
          </a:xfrm>
          <a:prstGeom prst="rect">
            <a:avLst/>
          </a:prstGeom>
          <a:noFill/>
        </p:spPr>
        <p:txBody>
          <a:bodyPr vert="horz" wrap="none" lIns="0" tIns="0" rIns="0" bIns="0" rtlCol="0">
            <a:noAutofit/>
          </a:bodyPr>
          <a:lstStyle/>
          <a:p>
            <a:r>
              <a:rPr lang="en-US" sz="1500" b="1">
                <a:solidFill>
                  <a:srgbClr val="235875"/>
                </a:solidFill>
                <a:latin typeface="Arial" panose="020B0604020202020204" pitchFamily="34" charset="0"/>
              </a:rPr>
              <a:t>Robot</a:t>
            </a:r>
          </a:p>
        </p:txBody>
      </p:sp>
      <p:sp>
        <p:nvSpPr>
          <p:cNvPr id="14" name="Oval 13">
            <a:extLst>
              <a:ext uri="{FF2B5EF4-FFF2-40B4-BE49-F238E27FC236}">
                <a16:creationId xmlns:a16="http://schemas.microsoft.com/office/drawing/2014/main" id="{DDA6A136-0D47-4C6F-E871-C19BA33E1F05}"/>
              </a:ext>
            </a:extLst>
          </p:cNvPr>
          <p:cNvSpPr/>
          <p:nvPr/>
        </p:nvSpPr>
        <p:spPr>
          <a:xfrm>
            <a:off x="4953000" y="2743200"/>
            <a:ext cx="203200" cy="203200"/>
          </a:xfrm>
          <a:prstGeom prst="ellipse">
            <a:avLst/>
          </a:prstGeom>
          <a:solidFill>
            <a:srgbClr val="1987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DB26FA5-ED68-843D-C2D4-0A6205015066}"/>
              </a:ext>
            </a:extLst>
          </p:cNvPr>
          <p:cNvSpPr txBox="1"/>
          <p:nvPr/>
        </p:nvSpPr>
        <p:spPr>
          <a:xfrm>
            <a:off x="4686300" y="2463800"/>
            <a:ext cx="762000" cy="276999"/>
          </a:xfrm>
          <a:prstGeom prst="rect">
            <a:avLst/>
          </a:prstGeom>
          <a:noFill/>
        </p:spPr>
        <p:txBody>
          <a:bodyPr vert="horz" wrap="none" lIns="0" tIns="0" rIns="0" bIns="0" rtlCol="0">
            <a:noAutofit/>
          </a:bodyPr>
          <a:lstStyle/>
          <a:p>
            <a:r>
              <a:rPr lang="en-US" sz="1700" b="1">
                <a:solidFill>
                  <a:srgbClr val="198755"/>
                </a:solidFill>
                <a:latin typeface="Arial" panose="020B0604020202020204" pitchFamily="34" charset="0"/>
              </a:rPr>
              <a:t>Đích</a:t>
            </a:r>
          </a:p>
        </p:txBody>
      </p:sp>
      <p:sp>
        <p:nvSpPr>
          <p:cNvPr id="16" name="Rectangle 15">
            <a:extLst>
              <a:ext uri="{FF2B5EF4-FFF2-40B4-BE49-F238E27FC236}">
                <a16:creationId xmlns:a16="http://schemas.microsoft.com/office/drawing/2014/main" id="{B0ECECF2-C842-ED96-C84D-FF8EC696BA40}"/>
              </a:ext>
            </a:extLst>
          </p:cNvPr>
          <p:cNvSpPr/>
          <p:nvPr/>
        </p:nvSpPr>
        <p:spPr>
          <a:xfrm rot="-1823924">
            <a:off x="2629484" y="3599180"/>
            <a:ext cx="2208632" cy="40640"/>
          </a:xfrm>
          <a:prstGeom prst="rect">
            <a:avLst/>
          </a:prstGeom>
          <a:solidFill>
            <a:srgbClr val="1987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ACFEF7A2-830C-B4F7-AFB1-24B988889ECB}"/>
              </a:ext>
            </a:extLst>
          </p:cNvPr>
          <p:cNvSpPr/>
          <p:nvPr/>
        </p:nvSpPr>
        <p:spPr>
          <a:xfrm rot="3576076">
            <a:off x="4622800" y="2997200"/>
            <a:ext cx="127000" cy="127000"/>
          </a:xfrm>
          <a:prstGeom prst="triangle">
            <a:avLst/>
          </a:prstGeom>
          <a:solidFill>
            <a:srgbClr val="1987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A80F279-C8B5-9882-50FF-C08A2654DEB8}"/>
              </a:ext>
            </a:extLst>
          </p:cNvPr>
          <p:cNvSpPr txBox="1"/>
          <p:nvPr/>
        </p:nvSpPr>
        <p:spPr>
          <a:xfrm>
            <a:off x="3441700" y="3200400"/>
            <a:ext cx="1079500" cy="276999"/>
          </a:xfrm>
          <a:prstGeom prst="rect">
            <a:avLst/>
          </a:prstGeom>
          <a:noFill/>
        </p:spPr>
        <p:txBody>
          <a:bodyPr vert="horz" wrap="none" lIns="0" tIns="0" rIns="0" bIns="0" rtlCol="0">
            <a:noAutofit/>
          </a:bodyPr>
          <a:lstStyle/>
          <a:p>
            <a:r>
              <a:rPr lang="en-US" sz="1700" b="1">
                <a:solidFill>
                  <a:srgbClr val="198755"/>
                </a:solidFill>
                <a:latin typeface="Arial" panose="020B0604020202020204" pitchFamily="34" charset="0"/>
              </a:rPr>
              <a:t>F hút</a:t>
            </a:r>
          </a:p>
        </p:txBody>
      </p:sp>
      <p:sp>
        <p:nvSpPr>
          <p:cNvPr id="19" name="Rectangle 18">
            <a:extLst>
              <a:ext uri="{FF2B5EF4-FFF2-40B4-BE49-F238E27FC236}">
                <a16:creationId xmlns:a16="http://schemas.microsoft.com/office/drawing/2014/main" id="{75AE219F-FA7D-1D71-8D59-E8BAC3EF8A63}"/>
              </a:ext>
            </a:extLst>
          </p:cNvPr>
          <p:cNvSpPr/>
          <p:nvPr/>
        </p:nvSpPr>
        <p:spPr>
          <a:xfrm rot="3171199">
            <a:off x="2547614" y="4780280"/>
            <a:ext cx="1051572" cy="40640"/>
          </a:xfrm>
          <a:prstGeom prst="rect">
            <a:avLst/>
          </a:prstGeom>
          <a:solidFill>
            <a:srgbClr val="276A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4BF68969-8911-3A1F-8CDB-49EE1A92CCA6}"/>
              </a:ext>
            </a:extLst>
          </p:cNvPr>
          <p:cNvSpPr/>
          <p:nvPr/>
        </p:nvSpPr>
        <p:spPr>
          <a:xfrm rot="8571199">
            <a:off x="3327400" y="5156200"/>
            <a:ext cx="127000" cy="127000"/>
          </a:xfrm>
          <a:prstGeom prst="triangle">
            <a:avLst/>
          </a:prstGeom>
          <a:solidFill>
            <a:srgbClr val="276A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FDDC585-7FA2-52E4-E636-B4A589064717}"/>
              </a:ext>
            </a:extLst>
          </p:cNvPr>
          <p:cNvSpPr txBox="1"/>
          <p:nvPr/>
        </p:nvSpPr>
        <p:spPr>
          <a:xfrm>
            <a:off x="3416300" y="4953000"/>
            <a:ext cx="1143000" cy="276999"/>
          </a:xfrm>
          <a:prstGeom prst="rect">
            <a:avLst/>
          </a:prstGeom>
          <a:noFill/>
        </p:spPr>
        <p:txBody>
          <a:bodyPr vert="horz" wrap="none" lIns="0" tIns="0" rIns="0" bIns="0" rtlCol="0">
            <a:noAutofit/>
          </a:bodyPr>
          <a:lstStyle/>
          <a:p>
            <a:r>
              <a:rPr lang="en-US" sz="1700" b="1">
                <a:solidFill>
                  <a:srgbClr val="276AA0"/>
                </a:solidFill>
                <a:latin typeface="Arial" panose="020B0604020202020204" pitchFamily="34" charset="0"/>
              </a:rPr>
              <a:t>F đẩy</a:t>
            </a:r>
          </a:p>
        </p:txBody>
      </p:sp>
      <p:sp>
        <p:nvSpPr>
          <p:cNvPr id="22" name="Rectangle 21">
            <a:extLst>
              <a:ext uri="{FF2B5EF4-FFF2-40B4-BE49-F238E27FC236}">
                <a16:creationId xmlns:a16="http://schemas.microsoft.com/office/drawing/2014/main" id="{F7AB14A2-361A-D479-56E7-BB78545DEA75}"/>
              </a:ext>
            </a:extLst>
          </p:cNvPr>
          <p:cNvSpPr/>
          <p:nvPr/>
        </p:nvSpPr>
        <p:spPr>
          <a:xfrm>
            <a:off x="2857500" y="4229100"/>
            <a:ext cx="2286000" cy="50800"/>
          </a:xfrm>
          <a:prstGeom prst="rect">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Isosceles Triangle 22">
            <a:extLst>
              <a:ext uri="{FF2B5EF4-FFF2-40B4-BE49-F238E27FC236}">
                <a16:creationId xmlns:a16="http://schemas.microsoft.com/office/drawing/2014/main" id="{70439079-32B6-C0CA-D1CF-E96E2B8667AE}"/>
              </a:ext>
            </a:extLst>
          </p:cNvPr>
          <p:cNvSpPr/>
          <p:nvPr/>
        </p:nvSpPr>
        <p:spPr>
          <a:xfrm rot="5400000">
            <a:off x="5080000" y="4191000"/>
            <a:ext cx="127000" cy="127000"/>
          </a:xfrm>
          <a:prstGeom prst="triangle">
            <a:avLst/>
          </a:prstGeom>
          <a:solidFill>
            <a:srgbClr val="E9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6913DFBA-0E1F-6BEF-9B8B-6ED1DA57587F}"/>
              </a:ext>
            </a:extLst>
          </p:cNvPr>
          <p:cNvSpPr txBox="1"/>
          <p:nvPr/>
        </p:nvSpPr>
        <p:spPr>
          <a:xfrm>
            <a:off x="4102100" y="3873500"/>
            <a:ext cx="1143000" cy="276999"/>
          </a:xfrm>
          <a:prstGeom prst="rect">
            <a:avLst/>
          </a:prstGeom>
          <a:noFill/>
        </p:spPr>
        <p:txBody>
          <a:bodyPr vert="horz" wrap="none" lIns="0" tIns="0" rIns="0" bIns="0" rtlCol="0">
            <a:noAutofit/>
          </a:bodyPr>
          <a:lstStyle/>
          <a:p>
            <a:r>
              <a:rPr lang="en-US" b="1">
                <a:solidFill>
                  <a:srgbClr val="D51010"/>
                </a:solidFill>
                <a:latin typeface="Arial" panose="020B0604020202020204" pitchFamily="34" charset="0"/>
              </a:rPr>
              <a:t>F tổng</a:t>
            </a:r>
          </a:p>
        </p:txBody>
      </p:sp>
      <p:sp>
        <p:nvSpPr>
          <p:cNvPr id="25" name="Rectangle: Rounded Corners 24">
            <a:extLst>
              <a:ext uri="{FF2B5EF4-FFF2-40B4-BE49-F238E27FC236}">
                <a16:creationId xmlns:a16="http://schemas.microsoft.com/office/drawing/2014/main" id="{FCCDA19C-467D-D054-1215-4FD2653243BA}"/>
              </a:ext>
            </a:extLst>
          </p:cNvPr>
          <p:cNvSpPr/>
          <p:nvPr/>
        </p:nvSpPr>
        <p:spPr>
          <a:xfrm>
            <a:off x="660400" y="5651500"/>
            <a:ext cx="4787900" cy="596900"/>
          </a:xfrm>
          <a:prstGeom prst="roundRect">
            <a:avLst/>
          </a:prstGeom>
          <a:solidFill>
            <a:srgbClr val="FFF0F0"/>
          </a:solidFill>
          <a:ln w="10160">
            <a:solidFill>
              <a:srgbClr val="FFF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9FF88F40-5507-8529-1D5D-1DF1999C72DC}"/>
              </a:ext>
            </a:extLst>
          </p:cNvPr>
          <p:cNvSpPr txBox="1"/>
          <p:nvPr/>
        </p:nvSpPr>
        <p:spPr>
          <a:xfrm>
            <a:off x="850900" y="5791200"/>
            <a:ext cx="4406900" cy="276999"/>
          </a:xfrm>
          <a:prstGeom prst="rect">
            <a:avLst/>
          </a:prstGeom>
          <a:noFill/>
        </p:spPr>
        <p:txBody>
          <a:bodyPr vert="horz" wrap="none" lIns="0" tIns="0" rIns="0" bIns="0" rtlCol="0">
            <a:noAutofit/>
          </a:bodyPr>
          <a:lstStyle/>
          <a:p>
            <a:pPr algn="ctr"/>
            <a:r>
              <a:rPr lang="en-US" sz="2100" b="1">
                <a:solidFill>
                  <a:srgbClr val="B70C0C"/>
                </a:solidFill>
                <a:latin typeface="Arial" panose="020B0604020202020204" pitchFamily="34" charset="0"/>
              </a:rPr>
              <a:t>F tổng = F hút + </a:t>
            </a:r>
            <a:r>
              <a:rPr lang="el-GR" sz="2100" b="1">
                <a:solidFill>
                  <a:srgbClr val="B70C0C"/>
                </a:solidFill>
                <a:latin typeface="Arial" panose="020B0604020202020204" pitchFamily="34" charset="0"/>
              </a:rPr>
              <a:t>Σ </a:t>
            </a:r>
            <a:r>
              <a:rPr lang="en-US" sz="2100" b="1">
                <a:solidFill>
                  <a:srgbClr val="B70C0C"/>
                </a:solidFill>
                <a:latin typeface="Arial" panose="020B0604020202020204" pitchFamily="34" charset="0"/>
              </a:rPr>
              <a:t>F đẩy</a:t>
            </a:r>
          </a:p>
        </p:txBody>
      </p:sp>
      <p:sp>
        <p:nvSpPr>
          <p:cNvPr id="27" name="TextBox 26">
            <a:extLst>
              <a:ext uri="{FF2B5EF4-FFF2-40B4-BE49-F238E27FC236}">
                <a16:creationId xmlns:a16="http://schemas.microsoft.com/office/drawing/2014/main" id="{A6D945E5-C167-7020-DDA2-53002FA2A64D}"/>
              </a:ext>
            </a:extLst>
          </p:cNvPr>
          <p:cNvSpPr txBox="1"/>
          <p:nvPr/>
        </p:nvSpPr>
        <p:spPr>
          <a:xfrm>
            <a:off x="6032500" y="1968500"/>
            <a:ext cx="5588000" cy="276999"/>
          </a:xfrm>
          <a:prstGeom prst="rect">
            <a:avLst/>
          </a:prstGeom>
          <a:noFill/>
        </p:spPr>
        <p:txBody>
          <a:bodyPr vert="horz" wrap="none" lIns="0" tIns="0" rIns="0" bIns="0" rtlCol="0">
            <a:noAutofit/>
          </a:bodyPr>
          <a:lstStyle/>
          <a:p>
            <a:r>
              <a:rPr lang="en-US" sz="1900" b="1">
                <a:solidFill>
                  <a:srgbClr val="202020"/>
                </a:solidFill>
                <a:latin typeface="Arial" panose="020B0604020202020204" pitchFamily="34" charset="0"/>
              </a:rPr>
              <a:t>Thế hút và thế đẩy</a:t>
            </a:r>
          </a:p>
        </p:txBody>
      </p:sp>
      <p:sp>
        <p:nvSpPr>
          <p:cNvPr id="28" name="TextBox 27">
            <a:extLst>
              <a:ext uri="{FF2B5EF4-FFF2-40B4-BE49-F238E27FC236}">
                <a16:creationId xmlns:a16="http://schemas.microsoft.com/office/drawing/2014/main" id="{AB3106CA-F33C-CEEC-9E35-214FA0F22FEB}"/>
              </a:ext>
            </a:extLst>
          </p:cNvPr>
          <p:cNvSpPr txBox="1"/>
          <p:nvPr/>
        </p:nvSpPr>
        <p:spPr>
          <a:xfrm>
            <a:off x="6032500" y="2298700"/>
            <a:ext cx="5588000" cy="276999"/>
          </a:xfrm>
          <a:prstGeom prst="rect">
            <a:avLst/>
          </a:prstGeom>
          <a:noFill/>
        </p:spPr>
        <p:txBody>
          <a:bodyPr vert="horz" wrap="none" lIns="0" tIns="0" rIns="0" bIns="0" rtlCol="0">
            <a:noAutofit/>
          </a:bodyPr>
          <a:lstStyle/>
          <a:p>
            <a:r>
              <a:rPr lang="vi-VN" sz="1750">
                <a:solidFill>
                  <a:srgbClr val="202020"/>
                </a:solidFill>
                <a:latin typeface="Arial" panose="020B0604020202020204" pitchFamily="34" charset="0"/>
              </a:rPr>
              <a:t>Đích tạo hướng hút; vật cản tạo hướng đẩy trong
khoảng tác động đã chọn.</a:t>
            </a:r>
            <a:endParaRPr lang="en-US" sz="1750">
              <a:solidFill>
                <a:srgbClr val="202020"/>
              </a:solidFill>
              <a:latin typeface="Arial" panose="020B0604020202020204" pitchFamily="34" charset="0"/>
            </a:endParaRPr>
          </a:p>
        </p:txBody>
      </p:sp>
      <p:sp>
        <p:nvSpPr>
          <p:cNvPr id="29" name="TextBox 28">
            <a:extLst>
              <a:ext uri="{FF2B5EF4-FFF2-40B4-BE49-F238E27FC236}">
                <a16:creationId xmlns:a16="http://schemas.microsoft.com/office/drawing/2014/main" id="{0B144953-6E00-2AD2-6543-98E4AF6E6C5A}"/>
              </a:ext>
            </a:extLst>
          </p:cNvPr>
          <p:cNvSpPr txBox="1"/>
          <p:nvPr/>
        </p:nvSpPr>
        <p:spPr>
          <a:xfrm>
            <a:off x="6032500" y="3022600"/>
            <a:ext cx="5588000" cy="276999"/>
          </a:xfrm>
          <a:prstGeom prst="rect">
            <a:avLst/>
          </a:prstGeom>
          <a:noFill/>
        </p:spPr>
        <p:txBody>
          <a:bodyPr vert="horz" wrap="none" lIns="0" tIns="0" rIns="0" bIns="0" rtlCol="0">
            <a:noAutofit/>
          </a:bodyPr>
          <a:lstStyle/>
          <a:p>
            <a:r>
              <a:rPr lang="en-US" sz="1900" b="1">
                <a:solidFill>
                  <a:srgbClr val="202020"/>
                </a:solidFill>
                <a:latin typeface="Arial" panose="020B0604020202020204" pitchFamily="34" charset="0"/>
              </a:rPr>
              <a:t>Cập nhật theo trạng thái hiện tại</a:t>
            </a:r>
          </a:p>
        </p:txBody>
      </p:sp>
      <p:sp>
        <p:nvSpPr>
          <p:cNvPr id="30" name="TextBox 29">
            <a:extLst>
              <a:ext uri="{FF2B5EF4-FFF2-40B4-BE49-F238E27FC236}">
                <a16:creationId xmlns:a16="http://schemas.microsoft.com/office/drawing/2014/main" id="{CEBA4405-EE11-6D9B-C519-B763DAF0A005}"/>
              </a:ext>
            </a:extLst>
          </p:cNvPr>
          <p:cNvSpPr txBox="1"/>
          <p:nvPr/>
        </p:nvSpPr>
        <p:spPr>
          <a:xfrm>
            <a:off x="6032500" y="3352800"/>
            <a:ext cx="5588000" cy="276999"/>
          </a:xfrm>
          <a:prstGeom prst="rect">
            <a:avLst/>
          </a:prstGeom>
          <a:noFill/>
        </p:spPr>
        <p:txBody>
          <a:bodyPr vert="horz" wrap="none" lIns="0" tIns="0" rIns="0" bIns="0" rtlCol="0">
            <a:noAutofit/>
          </a:bodyPr>
          <a:lstStyle/>
          <a:p>
            <a:r>
              <a:rPr lang="vi-VN" sz="1750">
                <a:solidFill>
                  <a:srgbClr val="202020"/>
                </a:solidFill>
                <a:latin typeface="Arial" panose="020B0604020202020204" pitchFamily="34" charset="0"/>
              </a:rPr>
              <a:t>Tính hướng từ tổng lực ảo, giới hạn bước và kiểm tra
cả đoạn chuyển động.</a:t>
            </a:r>
            <a:endParaRPr lang="en-US" sz="1750">
              <a:solidFill>
                <a:srgbClr val="202020"/>
              </a:solidFill>
              <a:latin typeface="Arial" panose="020B0604020202020204" pitchFamily="34" charset="0"/>
            </a:endParaRPr>
          </a:p>
        </p:txBody>
      </p:sp>
      <p:sp>
        <p:nvSpPr>
          <p:cNvPr id="31" name="TextBox 30">
            <a:extLst>
              <a:ext uri="{FF2B5EF4-FFF2-40B4-BE49-F238E27FC236}">
                <a16:creationId xmlns:a16="http://schemas.microsoft.com/office/drawing/2014/main" id="{0F74C261-8EE0-6596-94A4-2395BCBFB05E}"/>
              </a:ext>
            </a:extLst>
          </p:cNvPr>
          <p:cNvSpPr txBox="1"/>
          <p:nvPr/>
        </p:nvSpPr>
        <p:spPr>
          <a:xfrm>
            <a:off x="6032500" y="4089400"/>
            <a:ext cx="5588000" cy="276999"/>
          </a:xfrm>
          <a:prstGeom prst="rect">
            <a:avLst/>
          </a:prstGeom>
          <a:noFill/>
        </p:spPr>
        <p:txBody>
          <a:bodyPr vert="horz" wrap="none" lIns="0" tIns="0" rIns="0" bIns="0" rtlCol="0">
            <a:noAutofit/>
          </a:bodyPr>
          <a:lstStyle/>
          <a:p>
            <a:r>
              <a:rPr lang="da-DK" sz="1900" b="1">
                <a:solidFill>
                  <a:srgbClr val="202020"/>
                </a:solidFill>
                <a:latin typeface="Arial" panose="020B0604020202020204" pitchFamily="34" charset="0"/>
              </a:rPr>
              <a:t>Áp dụng cho xe vi sai</a:t>
            </a:r>
            <a:endParaRPr lang="en-US" sz="1900" b="1">
              <a:solidFill>
                <a:srgbClr val="202020"/>
              </a:solidFill>
              <a:latin typeface="Arial" panose="020B0604020202020204" pitchFamily="34" charset="0"/>
            </a:endParaRPr>
          </a:p>
        </p:txBody>
      </p:sp>
      <p:sp>
        <p:nvSpPr>
          <p:cNvPr id="32" name="TextBox 31">
            <a:extLst>
              <a:ext uri="{FF2B5EF4-FFF2-40B4-BE49-F238E27FC236}">
                <a16:creationId xmlns:a16="http://schemas.microsoft.com/office/drawing/2014/main" id="{B664A005-8994-4FB4-435F-140080917D35}"/>
              </a:ext>
            </a:extLst>
          </p:cNvPr>
          <p:cNvSpPr txBox="1"/>
          <p:nvPr/>
        </p:nvSpPr>
        <p:spPr>
          <a:xfrm>
            <a:off x="6032500" y="4419600"/>
            <a:ext cx="5588000" cy="276999"/>
          </a:xfrm>
          <a:prstGeom prst="rect">
            <a:avLst/>
          </a:prstGeom>
          <a:noFill/>
        </p:spPr>
        <p:txBody>
          <a:bodyPr vert="horz" wrap="none" lIns="0" tIns="0" rIns="0" bIns="0" rtlCol="0">
            <a:noAutofit/>
          </a:bodyPr>
          <a:lstStyle/>
          <a:p>
            <a:r>
              <a:rPr lang="vi-VN" sz="1750">
                <a:solidFill>
                  <a:srgbClr val="202020"/>
                </a:solidFill>
                <a:latin typeface="Arial" panose="020B0604020202020204" pitchFamily="34" charset="0"/>
              </a:rPr>
              <a:t>Chuyển hướng trường lực thành lệnh vận tốc tiến và
vận tốc quay; xe không đi ngang.</a:t>
            </a:r>
            <a:endParaRPr lang="en-US" sz="1750">
              <a:solidFill>
                <a:srgbClr val="202020"/>
              </a:solidFill>
              <a:latin typeface="Arial" panose="020B0604020202020204" pitchFamily="34" charset="0"/>
            </a:endParaRPr>
          </a:p>
        </p:txBody>
      </p:sp>
      <p:sp>
        <p:nvSpPr>
          <p:cNvPr id="33" name="TextBox 32">
            <a:extLst>
              <a:ext uri="{FF2B5EF4-FFF2-40B4-BE49-F238E27FC236}">
                <a16:creationId xmlns:a16="http://schemas.microsoft.com/office/drawing/2014/main" id="{F5DB8F31-7C5E-1A63-F372-02B12CCA680F}"/>
              </a:ext>
            </a:extLst>
          </p:cNvPr>
          <p:cNvSpPr txBox="1"/>
          <p:nvPr/>
        </p:nvSpPr>
        <p:spPr>
          <a:xfrm>
            <a:off x="6032500" y="5181600"/>
            <a:ext cx="5588000" cy="276999"/>
          </a:xfrm>
          <a:prstGeom prst="rect">
            <a:avLst/>
          </a:prstGeom>
          <a:noFill/>
        </p:spPr>
        <p:txBody>
          <a:bodyPr vert="horz" wrap="none" lIns="0" tIns="0" rIns="0" bIns="0" rtlCol="0">
            <a:noAutofit/>
          </a:bodyPr>
          <a:lstStyle/>
          <a:p>
            <a:r>
              <a:rPr lang="en-US" sz="1900" b="1">
                <a:solidFill>
                  <a:srgbClr val="202020"/>
                </a:solidFill>
                <a:latin typeface="Arial" panose="020B0604020202020204" pitchFamily="34" charset="0"/>
              </a:rPr>
              <a:t>Đặc điểm</a:t>
            </a:r>
          </a:p>
        </p:txBody>
      </p:sp>
      <p:sp>
        <p:nvSpPr>
          <p:cNvPr id="34" name="TextBox 33">
            <a:extLst>
              <a:ext uri="{FF2B5EF4-FFF2-40B4-BE49-F238E27FC236}">
                <a16:creationId xmlns:a16="http://schemas.microsoft.com/office/drawing/2014/main" id="{FB324EB6-6B52-FFF3-2D47-4DA80C1B4DB7}"/>
              </a:ext>
            </a:extLst>
          </p:cNvPr>
          <p:cNvSpPr txBox="1"/>
          <p:nvPr/>
        </p:nvSpPr>
        <p:spPr>
          <a:xfrm>
            <a:off x="6032500" y="5511800"/>
            <a:ext cx="5588000" cy="276999"/>
          </a:xfrm>
          <a:prstGeom prst="rect">
            <a:avLst/>
          </a:prstGeom>
          <a:noFill/>
        </p:spPr>
        <p:txBody>
          <a:bodyPr vert="horz" wrap="none" lIns="0" tIns="0" rIns="0" bIns="0" rtlCol="0">
            <a:noAutofit/>
          </a:bodyPr>
          <a:lstStyle/>
          <a:p>
            <a:r>
              <a:rPr lang="vi-VN" sz="1750">
                <a:solidFill>
                  <a:srgbClr val="202020"/>
                </a:solidFill>
                <a:latin typeface="Arial" panose="020B0604020202020204" pitchFamily="34" charset="0"/>
              </a:rPr>
              <a:t>Thuận tiện phản ứng cục bộ; chất lượng phụ thuộc
tham số, bản đồ và các điểm cân bằng.</a:t>
            </a:r>
            <a:endParaRPr lang="en-US" sz="1750">
              <a:solidFill>
                <a:srgbClr val="202020"/>
              </a:solidFill>
              <a:latin typeface="Arial" panose="020B0604020202020204" pitchFamily="34" charset="0"/>
            </a:endParaRPr>
          </a:p>
        </p:txBody>
      </p:sp>
    </p:spTree>
    <p:extLst>
      <p:ext uri="{BB962C8B-B14F-4D97-AF65-F5344CB8AC3E}">
        <p14:creationId xmlns:p14="http://schemas.microsoft.com/office/powerpoint/2010/main" val="1756363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76DCF7-3EFC-9222-A14B-8D7A4ECF6410}"/>
              </a:ext>
            </a:extLst>
          </p:cNvPr>
          <p:cNvSpPr/>
          <p:nvPr/>
        </p:nvSpPr>
        <p:spPr>
          <a:xfrm>
            <a:off x="0" y="0"/>
            <a:ext cx="12192000" cy="1701800"/>
          </a:xfrm>
          <a:prstGeom prst="rect">
            <a:avLst/>
          </a:prstGeom>
          <a:solidFill>
            <a:srgbClr val="ED1010"/>
          </a:solidFill>
          <a:ln w="10160">
            <a:solidFill>
              <a:srgbClr val="ED10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6D3D9DA-D4F0-A06C-0E68-73B18BF14EA4}"/>
              </a:ext>
            </a:extLst>
          </p:cNvPr>
          <p:cNvSpPr/>
          <p:nvPr/>
        </p:nvSpPr>
        <p:spPr>
          <a:xfrm rot="5400000">
            <a:off x="-323850" y="812800"/>
            <a:ext cx="1638300" cy="12700"/>
          </a:xfrm>
          <a:prstGeom prst="rect">
            <a:avLst/>
          </a:prstGeom>
          <a:solidFill>
            <a:srgbClr val="FFC2C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0C06FAC-3B1A-4372-584B-9F2DDDB86134}"/>
              </a:ext>
            </a:extLst>
          </p:cNvPr>
          <p:cNvSpPr/>
          <p:nvPr/>
        </p:nvSpPr>
        <p:spPr>
          <a:xfrm>
            <a:off x="952500" y="1657350"/>
            <a:ext cx="1054100" cy="12700"/>
          </a:xfrm>
          <a:prstGeom prst="rect">
            <a:avLst/>
          </a:prstGeom>
          <a:solidFill>
            <a:srgbClr val="FFAAA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3E58AE2-9676-88E6-0970-A292BA47A7D3}"/>
              </a:ext>
            </a:extLst>
          </p:cNvPr>
          <p:cNvSpPr txBox="1"/>
          <p:nvPr/>
        </p:nvSpPr>
        <p:spPr>
          <a:xfrm>
            <a:off x="736600" y="254000"/>
            <a:ext cx="10287000" cy="276999"/>
          </a:xfrm>
          <a:prstGeom prst="rect">
            <a:avLst/>
          </a:prstGeom>
          <a:noFill/>
        </p:spPr>
        <p:txBody>
          <a:bodyPr vert="horz" wrap="none" lIns="0" tIns="0" rIns="0" bIns="0" rtlCol="0">
            <a:noAutofit/>
          </a:bodyPr>
          <a:lstStyle/>
          <a:p>
            <a:r>
              <a:rPr lang="vi-VN" sz="3400" b="1">
                <a:solidFill>
                  <a:srgbClr val="FFFFFF"/>
                </a:solidFill>
                <a:latin typeface="Arial" panose="020B0604020202020204" pitchFamily="34" charset="0"/>
              </a:rPr>
              <a:t>3.3 Hạn chế APF
Cực tiểu cục bộ và hướng khắc phục</a:t>
            </a:r>
            <a:endParaRPr lang="en-US" sz="3400" b="1">
              <a:solidFill>
                <a:srgbClr val="FFFFFF"/>
              </a:solidFill>
              <a:latin typeface="Arial" panose="020B0604020202020204" pitchFamily="34" charset="0"/>
            </a:endParaRPr>
          </a:p>
        </p:txBody>
      </p:sp>
      <p:sp>
        <p:nvSpPr>
          <p:cNvPr id="6" name="TextBox 5">
            <a:extLst>
              <a:ext uri="{FF2B5EF4-FFF2-40B4-BE49-F238E27FC236}">
                <a16:creationId xmlns:a16="http://schemas.microsoft.com/office/drawing/2014/main" id="{F269E3BF-538D-B507-B0D5-47FC375B0BAE}"/>
              </a:ext>
            </a:extLst>
          </p:cNvPr>
          <p:cNvSpPr txBox="1"/>
          <p:nvPr/>
        </p:nvSpPr>
        <p:spPr>
          <a:xfrm>
            <a:off x="10337800" y="1371600"/>
            <a:ext cx="1587500" cy="276999"/>
          </a:xfrm>
          <a:prstGeom prst="rect">
            <a:avLst/>
          </a:prstGeom>
          <a:noFill/>
        </p:spPr>
        <p:txBody>
          <a:bodyPr vert="horz" wrap="none" lIns="0" tIns="0" rIns="0" bIns="0" rtlCol="0">
            <a:noAutofit/>
          </a:bodyPr>
          <a:lstStyle/>
          <a:p>
            <a:pPr algn="r"/>
            <a:r>
              <a:rPr lang="vi-VN" sz="1000" b="1">
                <a:solidFill>
                  <a:srgbClr val="FFE5E5"/>
                </a:solidFill>
                <a:latin typeface="Arial" panose="020B0604020202020204" pitchFamily="34" charset="0"/>
              </a:rPr>
              <a:t>CHƯƠNG III</a:t>
            </a:r>
            <a:endParaRPr lang="en-US" sz="1000" b="1">
              <a:solidFill>
                <a:srgbClr val="FFE5E5"/>
              </a:solidFill>
              <a:latin typeface="Arial" panose="020B0604020202020204" pitchFamily="34" charset="0"/>
            </a:endParaRPr>
          </a:p>
        </p:txBody>
      </p:sp>
      <p:sp>
        <p:nvSpPr>
          <p:cNvPr id="7" name="Rectangle 6">
            <a:extLst>
              <a:ext uri="{FF2B5EF4-FFF2-40B4-BE49-F238E27FC236}">
                <a16:creationId xmlns:a16="http://schemas.microsoft.com/office/drawing/2014/main" id="{A2336029-C2AA-B8C1-EE0E-45BCB9EBD290}"/>
              </a:ext>
            </a:extLst>
          </p:cNvPr>
          <p:cNvSpPr/>
          <p:nvPr/>
        </p:nvSpPr>
        <p:spPr>
          <a:xfrm>
            <a:off x="444500" y="6472555"/>
            <a:ext cx="11303000" cy="8890"/>
          </a:xfrm>
          <a:prstGeom prst="rect">
            <a:avLst/>
          </a:prstGeom>
          <a:solidFill>
            <a:srgbClr val="E6E6E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C149333-B5D8-3637-F1D9-7CF297996715}"/>
              </a:ext>
            </a:extLst>
          </p:cNvPr>
          <p:cNvSpPr txBox="1"/>
          <p:nvPr/>
        </p:nvSpPr>
        <p:spPr>
          <a:xfrm>
            <a:off x="444500" y="6591300"/>
            <a:ext cx="10477500" cy="276999"/>
          </a:xfrm>
          <a:prstGeom prst="rect">
            <a:avLst/>
          </a:prstGeom>
          <a:noFill/>
        </p:spPr>
        <p:txBody>
          <a:bodyPr vert="horz" wrap="none" lIns="0" tIns="0" rIns="0" bIns="0" rtlCol="0">
            <a:noAutofit/>
          </a:bodyPr>
          <a:lstStyle/>
          <a:p>
            <a:r>
              <a:rPr lang="vi-VN" sz="900">
                <a:solidFill>
                  <a:srgbClr val="666666"/>
                </a:solidFill>
                <a:latin typeface="Arial" panose="020B0604020202020204" pitchFamily="34" charset="0"/>
              </a:rPr>
              <a:t>Nguồn: main.tex, mục 3.3.2 • Các giải pháp hỗ trợ cần được kiểm chứng.</a:t>
            </a:r>
            <a:endParaRPr lang="en-US" sz="900">
              <a:solidFill>
                <a:srgbClr val="666666"/>
              </a:solidFill>
              <a:latin typeface="Arial" panose="020B0604020202020204" pitchFamily="34" charset="0"/>
            </a:endParaRPr>
          </a:p>
        </p:txBody>
      </p:sp>
      <p:sp>
        <p:nvSpPr>
          <p:cNvPr id="9" name="TextBox 8">
            <a:extLst>
              <a:ext uri="{FF2B5EF4-FFF2-40B4-BE49-F238E27FC236}">
                <a16:creationId xmlns:a16="http://schemas.microsoft.com/office/drawing/2014/main" id="{B6D9338B-5519-301D-92B5-28DE9B108B51}"/>
              </a:ext>
            </a:extLst>
          </p:cNvPr>
          <p:cNvSpPr txBox="1"/>
          <p:nvPr/>
        </p:nvSpPr>
        <p:spPr>
          <a:xfrm>
            <a:off x="10922000" y="6565900"/>
            <a:ext cx="825500" cy="276999"/>
          </a:xfrm>
          <a:prstGeom prst="rect">
            <a:avLst/>
          </a:prstGeom>
          <a:noFill/>
        </p:spPr>
        <p:txBody>
          <a:bodyPr vert="horz" wrap="none" lIns="0" tIns="0" rIns="0" bIns="0" rtlCol="0">
            <a:noAutofit/>
          </a:bodyPr>
          <a:lstStyle/>
          <a:p>
            <a:pPr algn="r"/>
            <a:r>
              <a:rPr lang="en-US" sz="1100">
                <a:solidFill>
                  <a:srgbClr val="777777"/>
                </a:solidFill>
                <a:latin typeface="Arial" panose="020B0604020202020204" pitchFamily="34" charset="0"/>
              </a:rPr>
              <a:t>13 / 13</a:t>
            </a:r>
          </a:p>
        </p:txBody>
      </p:sp>
      <p:sp>
        <p:nvSpPr>
          <p:cNvPr id="10" name="Rectangle: Rounded Corners 9">
            <a:extLst>
              <a:ext uri="{FF2B5EF4-FFF2-40B4-BE49-F238E27FC236}">
                <a16:creationId xmlns:a16="http://schemas.microsoft.com/office/drawing/2014/main" id="{448330CB-9BF4-127D-C84D-0EF6A2C6C60E}"/>
              </a:ext>
            </a:extLst>
          </p:cNvPr>
          <p:cNvSpPr/>
          <p:nvPr/>
        </p:nvSpPr>
        <p:spPr>
          <a:xfrm>
            <a:off x="660400" y="1968500"/>
            <a:ext cx="4787900" cy="2247900"/>
          </a:xfrm>
          <a:prstGeom prst="roundRect">
            <a:avLst/>
          </a:prstGeom>
          <a:solidFill>
            <a:srgbClr val="FFFFFF"/>
          </a:solidFill>
          <a:ln w="10160">
            <a:solidFill>
              <a:srgbClr val="E5E5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3889E04-7C2C-4759-19E5-69657E15A1BB}"/>
              </a:ext>
            </a:extLst>
          </p:cNvPr>
          <p:cNvSpPr txBox="1"/>
          <p:nvPr/>
        </p:nvSpPr>
        <p:spPr>
          <a:xfrm>
            <a:off x="838200" y="2095500"/>
            <a:ext cx="4318000" cy="276999"/>
          </a:xfrm>
          <a:prstGeom prst="rect">
            <a:avLst/>
          </a:prstGeom>
          <a:noFill/>
        </p:spPr>
        <p:txBody>
          <a:bodyPr vert="horz" wrap="none" lIns="0" tIns="0" rIns="0" bIns="0" rtlCol="0">
            <a:noAutofit/>
          </a:bodyPr>
          <a:lstStyle/>
          <a:p>
            <a:r>
              <a:rPr lang="en-US" sz="1600" b="1">
                <a:solidFill>
                  <a:srgbClr val="202020"/>
                </a:solidFill>
                <a:latin typeface="Arial" panose="020B0604020202020204" pitchFamily="34" charset="0"/>
              </a:rPr>
              <a:t>Cực tiểu cục bộ</a:t>
            </a:r>
          </a:p>
        </p:txBody>
      </p:sp>
      <p:sp>
        <p:nvSpPr>
          <p:cNvPr id="12" name="Rectangle 11">
            <a:extLst>
              <a:ext uri="{FF2B5EF4-FFF2-40B4-BE49-F238E27FC236}">
                <a16:creationId xmlns:a16="http://schemas.microsoft.com/office/drawing/2014/main" id="{460657D7-095D-49D9-7A03-BE553F089196}"/>
              </a:ext>
            </a:extLst>
          </p:cNvPr>
          <p:cNvSpPr/>
          <p:nvPr/>
        </p:nvSpPr>
        <p:spPr>
          <a:xfrm>
            <a:off x="1308100" y="2527300"/>
            <a:ext cx="177800" cy="1041400"/>
          </a:xfrm>
          <a:prstGeom prst="rect">
            <a:avLst/>
          </a:prstGeom>
          <a:solidFill>
            <a:srgbClr val="666666"/>
          </a:solidFill>
          <a:ln w="10160">
            <a:solidFill>
              <a:srgbClr val="6666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FC438E9-AFC2-585A-013D-8F51EB774887}"/>
              </a:ext>
            </a:extLst>
          </p:cNvPr>
          <p:cNvSpPr/>
          <p:nvPr/>
        </p:nvSpPr>
        <p:spPr>
          <a:xfrm>
            <a:off x="2959100" y="2527300"/>
            <a:ext cx="177800" cy="1041400"/>
          </a:xfrm>
          <a:prstGeom prst="rect">
            <a:avLst/>
          </a:prstGeom>
          <a:solidFill>
            <a:srgbClr val="666666"/>
          </a:solidFill>
          <a:ln w="10160">
            <a:solidFill>
              <a:srgbClr val="6666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4CF0F33-4117-B23A-E813-FF4F3EF1C626}"/>
              </a:ext>
            </a:extLst>
          </p:cNvPr>
          <p:cNvSpPr/>
          <p:nvPr/>
        </p:nvSpPr>
        <p:spPr>
          <a:xfrm>
            <a:off x="1308100" y="3390900"/>
            <a:ext cx="1828800" cy="177800"/>
          </a:xfrm>
          <a:prstGeom prst="rect">
            <a:avLst/>
          </a:prstGeom>
          <a:solidFill>
            <a:srgbClr val="666666"/>
          </a:solidFill>
          <a:ln w="10160">
            <a:solidFill>
              <a:srgbClr val="6666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111F6BF-562E-1277-FEEF-4D6844C526EF}"/>
              </a:ext>
            </a:extLst>
          </p:cNvPr>
          <p:cNvSpPr/>
          <p:nvPr/>
        </p:nvSpPr>
        <p:spPr>
          <a:xfrm>
            <a:off x="2133600" y="2921000"/>
            <a:ext cx="177800" cy="177800"/>
          </a:xfrm>
          <a:prstGeom prst="ellipse">
            <a:avLst/>
          </a:prstGeom>
          <a:solidFill>
            <a:srgbClr val="2358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13371E9-1BD8-361E-11F5-93B2A257422A}"/>
              </a:ext>
            </a:extLst>
          </p:cNvPr>
          <p:cNvSpPr/>
          <p:nvPr/>
        </p:nvSpPr>
        <p:spPr>
          <a:xfrm rot="5400000">
            <a:off x="2120900" y="3209925"/>
            <a:ext cx="203200" cy="31750"/>
          </a:xfrm>
          <a:prstGeom prst="rect">
            <a:avLst/>
          </a:prstGeom>
          <a:solidFill>
            <a:srgbClr val="1987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ACF47136-2EAB-8048-F6FD-A71432531F3A}"/>
              </a:ext>
            </a:extLst>
          </p:cNvPr>
          <p:cNvSpPr/>
          <p:nvPr/>
        </p:nvSpPr>
        <p:spPr>
          <a:xfrm rot="10800000">
            <a:off x="2159000" y="3263900"/>
            <a:ext cx="127000" cy="127000"/>
          </a:xfrm>
          <a:prstGeom prst="triangle">
            <a:avLst/>
          </a:prstGeom>
          <a:solidFill>
            <a:srgbClr val="1987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3B3AE4F-28A4-BF0D-DAA9-594FD34DD531}"/>
              </a:ext>
            </a:extLst>
          </p:cNvPr>
          <p:cNvSpPr/>
          <p:nvPr/>
        </p:nvSpPr>
        <p:spPr>
          <a:xfrm rot="-5400000">
            <a:off x="2095500" y="2752725"/>
            <a:ext cx="254000" cy="31750"/>
          </a:xfrm>
          <a:prstGeom prst="rect">
            <a:avLst/>
          </a:prstGeom>
          <a:solidFill>
            <a:srgbClr val="276A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3AB6BD72-33C5-670D-1753-EBA31C720DB4}"/>
              </a:ext>
            </a:extLst>
          </p:cNvPr>
          <p:cNvSpPr/>
          <p:nvPr/>
        </p:nvSpPr>
        <p:spPr>
          <a:xfrm>
            <a:off x="2159000" y="2578100"/>
            <a:ext cx="127000" cy="127000"/>
          </a:xfrm>
          <a:prstGeom prst="triangle">
            <a:avLst/>
          </a:prstGeom>
          <a:solidFill>
            <a:srgbClr val="276A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E8FB454-394C-0768-7BF6-1C0297BAB8C1}"/>
              </a:ext>
            </a:extLst>
          </p:cNvPr>
          <p:cNvSpPr/>
          <p:nvPr/>
        </p:nvSpPr>
        <p:spPr>
          <a:xfrm>
            <a:off x="2159000" y="3848100"/>
            <a:ext cx="127000" cy="127000"/>
          </a:xfrm>
          <a:prstGeom prst="ellipse">
            <a:avLst/>
          </a:prstGeom>
          <a:solidFill>
            <a:srgbClr val="1987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7502C7DB-8D58-9C11-7989-4BEA2DE07692}"/>
              </a:ext>
            </a:extLst>
          </p:cNvPr>
          <p:cNvSpPr txBox="1"/>
          <p:nvPr/>
        </p:nvSpPr>
        <p:spPr>
          <a:xfrm>
            <a:off x="2387600" y="3784600"/>
            <a:ext cx="571500" cy="276999"/>
          </a:xfrm>
          <a:prstGeom prst="rect">
            <a:avLst/>
          </a:prstGeom>
          <a:noFill/>
        </p:spPr>
        <p:txBody>
          <a:bodyPr vert="horz" wrap="none" lIns="0" tIns="0" rIns="0" bIns="0" rtlCol="0">
            <a:noAutofit/>
          </a:bodyPr>
          <a:lstStyle/>
          <a:p>
            <a:r>
              <a:rPr lang="en-US" sz="1200">
                <a:solidFill>
                  <a:srgbClr val="198755"/>
                </a:solidFill>
                <a:latin typeface="Arial" panose="020B0604020202020204" pitchFamily="34" charset="0"/>
              </a:rPr>
              <a:t>Đích</a:t>
            </a:r>
          </a:p>
        </p:txBody>
      </p:sp>
      <p:sp>
        <p:nvSpPr>
          <p:cNvPr id="22" name="TextBox 21">
            <a:extLst>
              <a:ext uri="{FF2B5EF4-FFF2-40B4-BE49-F238E27FC236}">
                <a16:creationId xmlns:a16="http://schemas.microsoft.com/office/drawing/2014/main" id="{F506883F-713B-BA0C-6431-FB56292C38DD}"/>
              </a:ext>
            </a:extLst>
          </p:cNvPr>
          <p:cNvSpPr txBox="1"/>
          <p:nvPr/>
        </p:nvSpPr>
        <p:spPr>
          <a:xfrm>
            <a:off x="3416300" y="2730500"/>
            <a:ext cx="1841500" cy="276999"/>
          </a:xfrm>
          <a:prstGeom prst="rect">
            <a:avLst/>
          </a:prstGeom>
          <a:noFill/>
        </p:spPr>
        <p:txBody>
          <a:bodyPr vert="horz" wrap="none" lIns="0" tIns="0" rIns="0" bIns="0" rtlCol="0">
            <a:noAutofit/>
          </a:bodyPr>
          <a:lstStyle/>
          <a:p>
            <a:r>
              <a:rPr lang="vi-VN" sz="1600">
                <a:solidFill>
                  <a:srgbClr val="202020"/>
                </a:solidFill>
                <a:latin typeface="Arial" panose="020B0604020202020204" pitchFamily="34" charset="0"/>
              </a:rPr>
              <a:t>Lực hút và đẩy
cân bằng trước
đích</a:t>
            </a:r>
            <a:endParaRPr lang="en-US" sz="1600">
              <a:solidFill>
                <a:srgbClr val="202020"/>
              </a:solidFill>
              <a:latin typeface="Arial" panose="020B0604020202020204" pitchFamily="34" charset="0"/>
            </a:endParaRPr>
          </a:p>
        </p:txBody>
      </p:sp>
      <p:sp>
        <p:nvSpPr>
          <p:cNvPr id="23" name="TextBox 22">
            <a:extLst>
              <a:ext uri="{FF2B5EF4-FFF2-40B4-BE49-F238E27FC236}">
                <a16:creationId xmlns:a16="http://schemas.microsoft.com/office/drawing/2014/main" id="{14667C3E-1CE1-92EE-1210-A787C1A73BFD}"/>
              </a:ext>
            </a:extLst>
          </p:cNvPr>
          <p:cNvSpPr txBox="1"/>
          <p:nvPr/>
        </p:nvSpPr>
        <p:spPr>
          <a:xfrm>
            <a:off x="3416300" y="3556000"/>
            <a:ext cx="1841500" cy="276999"/>
          </a:xfrm>
          <a:prstGeom prst="rect">
            <a:avLst/>
          </a:prstGeom>
          <a:noFill/>
        </p:spPr>
        <p:txBody>
          <a:bodyPr vert="horz" wrap="none" lIns="0" tIns="0" rIns="0" bIns="0" rtlCol="0">
            <a:noAutofit/>
          </a:bodyPr>
          <a:lstStyle/>
          <a:p>
            <a:r>
              <a:rPr lang="en-US" sz="1500" b="1">
                <a:solidFill>
                  <a:srgbClr val="B70C0C"/>
                </a:solidFill>
                <a:latin typeface="Arial" panose="020B0604020202020204" pitchFamily="34" charset="0"/>
              </a:rPr>
              <a:t>F hút + F đẩy ≈ 0</a:t>
            </a:r>
          </a:p>
        </p:txBody>
      </p:sp>
      <p:sp>
        <p:nvSpPr>
          <p:cNvPr id="24" name="Rectangle: Rounded Corners 23">
            <a:extLst>
              <a:ext uri="{FF2B5EF4-FFF2-40B4-BE49-F238E27FC236}">
                <a16:creationId xmlns:a16="http://schemas.microsoft.com/office/drawing/2014/main" id="{12EA2638-BC48-9FC9-6F7C-1F382C88F222}"/>
              </a:ext>
            </a:extLst>
          </p:cNvPr>
          <p:cNvSpPr/>
          <p:nvPr/>
        </p:nvSpPr>
        <p:spPr>
          <a:xfrm>
            <a:off x="660400" y="4432300"/>
            <a:ext cx="4787900" cy="1828800"/>
          </a:xfrm>
          <a:prstGeom prst="roundRect">
            <a:avLst/>
          </a:prstGeom>
          <a:solidFill>
            <a:srgbClr val="FFFFFF"/>
          </a:solidFill>
          <a:ln w="10160">
            <a:solidFill>
              <a:srgbClr val="E5E5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1D716C86-4813-F85E-2AE9-C5B10D3D149D}"/>
              </a:ext>
            </a:extLst>
          </p:cNvPr>
          <p:cNvSpPr txBox="1"/>
          <p:nvPr/>
        </p:nvSpPr>
        <p:spPr>
          <a:xfrm>
            <a:off x="838200" y="4572000"/>
            <a:ext cx="4318000" cy="276999"/>
          </a:xfrm>
          <a:prstGeom prst="rect">
            <a:avLst/>
          </a:prstGeom>
          <a:noFill/>
        </p:spPr>
        <p:txBody>
          <a:bodyPr vert="horz" wrap="none" lIns="0" tIns="0" rIns="0" bIns="0" rtlCol="0">
            <a:noAutofit/>
          </a:bodyPr>
          <a:lstStyle/>
          <a:p>
            <a:r>
              <a:rPr lang="en-US" sz="1600" b="1">
                <a:solidFill>
                  <a:srgbClr val="202020"/>
                </a:solidFill>
                <a:latin typeface="Arial" panose="020B0604020202020204" pitchFamily="34" charset="0"/>
              </a:rPr>
              <a:t>Đích gần vật cản (GNRON)</a:t>
            </a:r>
          </a:p>
        </p:txBody>
      </p:sp>
      <p:sp>
        <p:nvSpPr>
          <p:cNvPr id="26" name="Oval 25">
            <a:extLst>
              <a:ext uri="{FF2B5EF4-FFF2-40B4-BE49-F238E27FC236}">
                <a16:creationId xmlns:a16="http://schemas.microsoft.com/office/drawing/2014/main" id="{01C3311E-9AAE-DA75-C81E-E045C555FF7E}"/>
              </a:ext>
            </a:extLst>
          </p:cNvPr>
          <p:cNvSpPr/>
          <p:nvPr/>
        </p:nvSpPr>
        <p:spPr>
          <a:xfrm>
            <a:off x="3860800" y="5080000"/>
            <a:ext cx="736600" cy="736600"/>
          </a:xfrm>
          <a:prstGeom prst="ellipse">
            <a:avLst/>
          </a:prstGeom>
          <a:solidFill>
            <a:srgbClr val="D9D9D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7C400BE1-B2AD-E0C4-6BB3-19AD3ED726AE}"/>
              </a:ext>
            </a:extLst>
          </p:cNvPr>
          <p:cNvSpPr/>
          <p:nvPr/>
        </p:nvSpPr>
        <p:spPr>
          <a:xfrm>
            <a:off x="3619500" y="5384800"/>
            <a:ext cx="127000" cy="127000"/>
          </a:xfrm>
          <a:prstGeom prst="ellipse">
            <a:avLst/>
          </a:prstGeom>
          <a:solidFill>
            <a:srgbClr val="1987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121A6E86-8D2D-BC6D-4937-0DDCC24539D3}"/>
              </a:ext>
            </a:extLst>
          </p:cNvPr>
          <p:cNvSpPr txBox="1"/>
          <p:nvPr/>
        </p:nvSpPr>
        <p:spPr>
          <a:xfrm>
            <a:off x="3479800" y="5664200"/>
            <a:ext cx="635000" cy="276999"/>
          </a:xfrm>
          <a:prstGeom prst="rect">
            <a:avLst/>
          </a:prstGeom>
          <a:noFill/>
        </p:spPr>
        <p:txBody>
          <a:bodyPr vert="horz" wrap="none" lIns="0" tIns="0" rIns="0" bIns="0" rtlCol="0">
            <a:noAutofit/>
          </a:bodyPr>
          <a:lstStyle/>
          <a:p>
            <a:r>
              <a:rPr lang="en-US" sz="1200">
                <a:solidFill>
                  <a:srgbClr val="198755"/>
                </a:solidFill>
                <a:latin typeface="Arial" panose="020B0604020202020204" pitchFamily="34" charset="0"/>
              </a:rPr>
              <a:t>Đích</a:t>
            </a:r>
          </a:p>
        </p:txBody>
      </p:sp>
      <p:sp>
        <p:nvSpPr>
          <p:cNvPr id="29" name="Oval 28">
            <a:extLst>
              <a:ext uri="{FF2B5EF4-FFF2-40B4-BE49-F238E27FC236}">
                <a16:creationId xmlns:a16="http://schemas.microsoft.com/office/drawing/2014/main" id="{535F53E3-957D-5EE3-A5AE-1F29E7E5DDA8}"/>
              </a:ext>
            </a:extLst>
          </p:cNvPr>
          <p:cNvSpPr/>
          <p:nvPr/>
        </p:nvSpPr>
        <p:spPr>
          <a:xfrm>
            <a:off x="1473200" y="5359400"/>
            <a:ext cx="177800" cy="177800"/>
          </a:xfrm>
          <a:prstGeom prst="ellipse">
            <a:avLst/>
          </a:prstGeom>
          <a:solidFill>
            <a:srgbClr val="2358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6643CF51-2B9E-D056-55B2-3CA06580D816}"/>
              </a:ext>
            </a:extLst>
          </p:cNvPr>
          <p:cNvSpPr/>
          <p:nvPr/>
        </p:nvSpPr>
        <p:spPr>
          <a:xfrm>
            <a:off x="1714500" y="5330825"/>
            <a:ext cx="1511300" cy="31750"/>
          </a:xfrm>
          <a:prstGeom prst="rect">
            <a:avLst/>
          </a:prstGeom>
          <a:solidFill>
            <a:srgbClr val="1987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Isosceles Triangle 30">
            <a:extLst>
              <a:ext uri="{FF2B5EF4-FFF2-40B4-BE49-F238E27FC236}">
                <a16:creationId xmlns:a16="http://schemas.microsoft.com/office/drawing/2014/main" id="{4E090B4B-9925-89A2-0437-9E66176DE600}"/>
              </a:ext>
            </a:extLst>
          </p:cNvPr>
          <p:cNvSpPr/>
          <p:nvPr/>
        </p:nvSpPr>
        <p:spPr>
          <a:xfrm rot="5400000">
            <a:off x="3162300" y="5283200"/>
            <a:ext cx="127000" cy="127000"/>
          </a:xfrm>
          <a:prstGeom prst="triangle">
            <a:avLst/>
          </a:prstGeom>
          <a:solidFill>
            <a:srgbClr val="1987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09007FE-D210-5B57-4342-047B2F2890D8}"/>
              </a:ext>
            </a:extLst>
          </p:cNvPr>
          <p:cNvSpPr/>
          <p:nvPr/>
        </p:nvSpPr>
        <p:spPr>
          <a:xfrm rot="10800000">
            <a:off x="2362200" y="5534025"/>
            <a:ext cx="1066800" cy="31750"/>
          </a:xfrm>
          <a:prstGeom prst="rect">
            <a:avLst/>
          </a:prstGeom>
          <a:solidFill>
            <a:srgbClr val="276A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Isosceles Triangle 32">
            <a:extLst>
              <a:ext uri="{FF2B5EF4-FFF2-40B4-BE49-F238E27FC236}">
                <a16:creationId xmlns:a16="http://schemas.microsoft.com/office/drawing/2014/main" id="{B0B89969-3DD8-A12C-7F93-3CEFC99214B8}"/>
              </a:ext>
            </a:extLst>
          </p:cNvPr>
          <p:cNvSpPr/>
          <p:nvPr/>
        </p:nvSpPr>
        <p:spPr>
          <a:xfrm rot="16200000">
            <a:off x="2298700" y="5486400"/>
            <a:ext cx="127000" cy="127000"/>
          </a:xfrm>
          <a:prstGeom prst="triangle">
            <a:avLst/>
          </a:prstGeom>
          <a:solidFill>
            <a:srgbClr val="276A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2DF82C02-7206-8B30-49B8-593996766D5F}"/>
              </a:ext>
            </a:extLst>
          </p:cNvPr>
          <p:cNvSpPr txBox="1"/>
          <p:nvPr/>
        </p:nvSpPr>
        <p:spPr>
          <a:xfrm>
            <a:off x="838200" y="5994400"/>
            <a:ext cx="4419600" cy="276999"/>
          </a:xfrm>
          <a:prstGeom prst="rect">
            <a:avLst/>
          </a:prstGeom>
          <a:noFill/>
        </p:spPr>
        <p:txBody>
          <a:bodyPr vert="horz" wrap="none" lIns="0" tIns="0" rIns="0" bIns="0" rtlCol="0">
            <a:noAutofit/>
          </a:bodyPr>
          <a:lstStyle/>
          <a:p>
            <a:r>
              <a:rPr lang="en-US" sz="1200">
                <a:solidFill>
                  <a:srgbClr val="666666"/>
                </a:solidFill>
                <a:latin typeface="Arial" panose="020B0604020202020204" pitchFamily="34" charset="0"/>
              </a:rPr>
              <a:t>Lực đẩy còn tác động khi tới gần đích</a:t>
            </a:r>
          </a:p>
        </p:txBody>
      </p:sp>
      <p:sp>
        <p:nvSpPr>
          <p:cNvPr id="35" name="TextBox 34">
            <a:extLst>
              <a:ext uri="{FF2B5EF4-FFF2-40B4-BE49-F238E27FC236}">
                <a16:creationId xmlns:a16="http://schemas.microsoft.com/office/drawing/2014/main" id="{9FBD0C92-14ED-21A6-6085-5354197C99D2}"/>
              </a:ext>
            </a:extLst>
          </p:cNvPr>
          <p:cNvSpPr txBox="1"/>
          <p:nvPr/>
        </p:nvSpPr>
        <p:spPr>
          <a:xfrm>
            <a:off x="6032500" y="1968500"/>
            <a:ext cx="5588000" cy="276999"/>
          </a:xfrm>
          <a:prstGeom prst="rect">
            <a:avLst/>
          </a:prstGeom>
          <a:noFill/>
        </p:spPr>
        <p:txBody>
          <a:bodyPr vert="horz" wrap="none" lIns="0" tIns="0" rIns="0" bIns="0" rtlCol="0">
            <a:noAutofit/>
          </a:bodyPr>
          <a:lstStyle/>
          <a:p>
            <a:r>
              <a:rPr lang="en-US" sz="1900" b="1">
                <a:solidFill>
                  <a:srgbClr val="202020"/>
                </a:solidFill>
                <a:latin typeface="Arial" panose="020B0604020202020204" pitchFamily="34" charset="0"/>
              </a:rPr>
              <a:t>Cực tiểu cục bộ</a:t>
            </a:r>
          </a:p>
        </p:txBody>
      </p:sp>
      <p:sp>
        <p:nvSpPr>
          <p:cNvPr id="36" name="TextBox 35">
            <a:extLst>
              <a:ext uri="{FF2B5EF4-FFF2-40B4-BE49-F238E27FC236}">
                <a16:creationId xmlns:a16="http://schemas.microsoft.com/office/drawing/2014/main" id="{03E15424-196F-AE1A-AB57-66E21BAE8E0A}"/>
              </a:ext>
            </a:extLst>
          </p:cNvPr>
          <p:cNvSpPr txBox="1"/>
          <p:nvPr/>
        </p:nvSpPr>
        <p:spPr>
          <a:xfrm>
            <a:off x="6032500" y="2298700"/>
            <a:ext cx="5588000" cy="276999"/>
          </a:xfrm>
          <a:prstGeom prst="rect">
            <a:avLst/>
          </a:prstGeom>
          <a:noFill/>
        </p:spPr>
        <p:txBody>
          <a:bodyPr vert="horz" wrap="none" lIns="0" tIns="0" rIns="0" bIns="0" rtlCol="0">
            <a:noAutofit/>
          </a:bodyPr>
          <a:lstStyle/>
          <a:p>
            <a:r>
              <a:rPr lang="vi-VN" sz="1750">
                <a:solidFill>
                  <a:srgbClr val="202020"/>
                </a:solidFill>
                <a:latin typeface="Arial" panose="020B0604020202020204" pitchFamily="34" charset="0"/>
              </a:rPr>
              <a:t>Xe có thể dừng trước đích khi lực hút và lực đẩy cân
bằng, ví dụ vật cản chữ U.</a:t>
            </a:r>
            <a:endParaRPr lang="en-US" sz="1750">
              <a:solidFill>
                <a:srgbClr val="202020"/>
              </a:solidFill>
              <a:latin typeface="Arial" panose="020B0604020202020204" pitchFamily="34" charset="0"/>
            </a:endParaRPr>
          </a:p>
        </p:txBody>
      </p:sp>
      <p:sp>
        <p:nvSpPr>
          <p:cNvPr id="37" name="TextBox 36">
            <a:extLst>
              <a:ext uri="{FF2B5EF4-FFF2-40B4-BE49-F238E27FC236}">
                <a16:creationId xmlns:a16="http://schemas.microsoft.com/office/drawing/2014/main" id="{86CCF287-A2F9-08C8-0773-DB243AC0A39D}"/>
              </a:ext>
            </a:extLst>
          </p:cNvPr>
          <p:cNvSpPr txBox="1"/>
          <p:nvPr/>
        </p:nvSpPr>
        <p:spPr>
          <a:xfrm>
            <a:off x="6032500" y="3136900"/>
            <a:ext cx="5588000" cy="276999"/>
          </a:xfrm>
          <a:prstGeom prst="rect">
            <a:avLst/>
          </a:prstGeom>
          <a:noFill/>
        </p:spPr>
        <p:txBody>
          <a:bodyPr vert="horz" wrap="none" lIns="0" tIns="0" rIns="0" bIns="0" rtlCol="0">
            <a:noAutofit/>
          </a:bodyPr>
          <a:lstStyle/>
          <a:p>
            <a:r>
              <a:rPr lang="en-US" sz="1900" b="1">
                <a:solidFill>
                  <a:srgbClr val="202020"/>
                </a:solidFill>
                <a:latin typeface="Arial" panose="020B0604020202020204" pitchFamily="34" charset="0"/>
              </a:rPr>
              <a:t>GNRON</a:t>
            </a:r>
          </a:p>
        </p:txBody>
      </p:sp>
      <p:sp>
        <p:nvSpPr>
          <p:cNvPr id="38" name="TextBox 37">
            <a:extLst>
              <a:ext uri="{FF2B5EF4-FFF2-40B4-BE49-F238E27FC236}">
                <a16:creationId xmlns:a16="http://schemas.microsoft.com/office/drawing/2014/main" id="{4715C4BF-0AC6-7DBC-3CDD-1CB7DD45BEE6}"/>
              </a:ext>
            </a:extLst>
          </p:cNvPr>
          <p:cNvSpPr txBox="1"/>
          <p:nvPr/>
        </p:nvSpPr>
        <p:spPr>
          <a:xfrm>
            <a:off x="6032500" y="3467100"/>
            <a:ext cx="5588000" cy="276999"/>
          </a:xfrm>
          <a:prstGeom prst="rect">
            <a:avLst/>
          </a:prstGeom>
          <a:noFill/>
        </p:spPr>
        <p:txBody>
          <a:bodyPr vert="horz" wrap="none" lIns="0" tIns="0" rIns="0" bIns="0" rtlCol="0">
            <a:noAutofit/>
          </a:bodyPr>
          <a:lstStyle/>
          <a:p>
            <a:r>
              <a:rPr lang="vi-VN" sz="1750">
                <a:solidFill>
                  <a:srgbClr val="202020"/>
                </a:solidFill>
                <a:latin typeface="Arial" panose="020B0604020202020204" pitchFamily="34" charset="0"/>
              </a:rPr>
              <a:t>Đích hợp lệ ở gần vật cản có thể chịu lực đẩy còn dư,
khiến xe khó tiếp cận.</a:t>
            </a:r>
            <a:endParaRPr lang="en-US" sz="1750">
              <a:solidFill>
                <a:srgbClr val="202020"/>
              </a:solidFill>
              <a:latin typeface="Arial" panose="020B0604020202020204" pitchFamily="34" charset="0"/>
            </a:endParaRPr>
          </a:p>
        </p:txBody>
      </p:sp>
      <p:sp>
        <p:nvSpPr>
          <p:cNvPr id="39" name="TextBox 38">
            <a:extLst>
              <a:ext uri="{FF2B5EF4-FFF2-40B4-BE49-F238E27FC236}">
                <a16:creationId xmlns:a16="http://schemas.microsoft.com/office/drawing/2014/main" id="{FC3CE880-DBA0-470E-A3BE-777AB5364C03}"/>
              </a:ext>
            </a:extLst>
          </p:cNvPr>
          <p:cNvSpPr txBox="1"/>
          <p:nvPr/>
        </p:nvSpPr>
        <p:spPr>
          <a:xfrm>
            <a:off x="6032500" y="4254500"/>
            <a:ext cx="5588000" cy="276999"/>
          </a:xfrm>
          <a:prstGeom prst="rect">
            <a:avLst/>
          </a:prstGeom>
          <a:noFill/>
        </p:spPr>
        <p:txBody>
          <a:bodyPr vert="horz" wrap="none" lIns="0" tIns="0" rIns="0" bIns="0" rtlCol="0">
            <a:noAutofit/>
          </a:bodyPr>
          <a:lstStyle/>
          <a:p>
            <a:r>
              <a:rPr lang="vi-VN" sz="1900" b="1">
                <a:solidFill>
                  <a:srgbClr val="202020"/>
                </a:solidFill>
                <a:latin typeface="Arial" panose="020B0604020202020204" pitchFamily="34" charset="0"/>
              </a:rPr>
              <a:t>Các hướng khắc phục</a:t>
            </a:r>
            <a:endParaRPr lang="en-US" sz="1900" b="1">
              <a:solidFill>
                <a:srgbClr val="202020"/>
              </a:solidFill>
              <a:latin typeface="Arial" panose="020B0604020202020204" pitchFamily="34" charset="0"/>
            </a:endParaRPr>
          </a:p>
        </p:txBody>
      </p:sp>
      <p:sp>
        <p:nvSpPr>
          <p:cNvPr id="40" name="TextBox 39">
            <a:extLst>
              <a:ext uri="{FF2B5EF4-FFF2-40B4-BE49-F238E27FC236}">
                <a16:creationId xmlns:a16="http://schemas.microsoft.com/office/drawing/2014/main" id="{F20D1CD0-D0CB-75E2-0C6E-689D1B5B7BE9}"/>
              </a:ext>
            </a:extLst>
          </p:cNvPr>
          <p:cNvSpPr txBox="1"/>
          <p:nvPr/>
        </p:nvSpPr>
        <p:spPr>
          <a:xfrm>
            <a:off x="6032500" y="4584700"/>
            <a:ext cx="5588000" cy="276999"/>
          </a:xfrm>
          <a:prstGeom prst="rect">
            <a:avLst/>
          </a:prstGeom>
          <a:noFill/>
        </p:spPr>
        <p:txBody>
          <a:bodyPr vert="horz" wrap="none" lIns="0" tIns="0" rIns="0" bIns="0" rtlCol="0">
            <a:noAutofit/>
          </a:bodyPr>
          <a:lstStyle/>
          <a:p>
            <a:r>
              <a:rPr lang="en-US" sz="1750">
                <a:solidFill>
                  <a:srgbClr val="202020"/>
                </a:solidFill>
                <a:latin typeface="Arial" panose="020B0604020202020204" pitchFamily="34" charset="0"/>
              </a:rPr>
              <a:t>Sửa thế đẩy theo khoảng cách tới đích; bổ sung lực
ảo tiếp tuyến khi phát hiện mắc kẹt.</a:t>
            </a:r>
          </a:p>
        </p:txBody>
      </p:sp>
      <p:sp>
        <p:nvSpPr>
          <p:cNvPr id="41" name="Rectangle: Rounded Corners 40">
            <a:extLst>
              <a:ext uri="{FF2B5EF4-FFF2-40B4-BE49-F238E27FC236}">
                <a16:creationId xmlns:a16="http://schemas.microsoft.com/office/drawing/2014/main" id="{9ABE4CD6-DD92-B2E9-BEA2-D5AD4DC23028}"/>
              </a:ext>
            </a:extLst>
          </p:cNvPr>
          <p:cNvSpPr/>
          <p:nvPr/>
        </p:nvSpPr>
        <p:spPr>
          <a:xfrm>
            <a:off x="6032500" y="5638800"/>
            <a:ext cx="5588000" cy="635000"/>
          </a:xfrm>
          <a:prstGeom prst="roundRect">
            <a:avLst/>
          </a:prstGeom>
          <a:solidFill>
            <a:srgbClr val="FFF0F0"/>
          </a:solidFill>
          <a:ln w="10160">
            <a:solidFill>
              <a:srgbClr val="FFF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19EBC34F-3FA5-8B06-6E37-AD30135F02CF}"/>
              </a:ext>
            </a:extLst>
          </p:cNvPr>
          <p:cNvSpPr txBox="1"/>
          <p:nvPr/>
        </p:nvSpPr>
        <p:spPr>
          <a:xfrm>
            <a:off x="6184900" y="5740400"/>
            <a:ext cx="5283200" cy="276999"/>
          </a:xfrm>
          <a:prstGeom prst="rect">
            <a:avLst/>
          </a:prstGeom>
          <a:noFill/>
        </p:spPr>
        <p:txBody>
          <a:bodyPr vert="horz" wrap="none" lIns="0" tIns="0" rIns="0" bIns="0" rtlCol="0">
            <a:noAutofit/>
          </a:bodyPr>
          <a:lstStyle/>
          <a:p>
            <a:r>
              <a:rPr lang="en-US" sz="1550" b="1">
                <a:solidFill>
                  <a:srgbClr val="B70C0C"/>
                </a:solidFill>
                <a:latin typeface="Arial" panose="020B0604020202020204" pitchFamily="34" charset="0"/>
              </a:rPr>
              <a:t>Luôn giới hạn vận tốc, kiểm tra va chạm và theo dõi
tiến triển tới đích.</a:t>
            </a:r>
          </a:p>
        </p:txBody>
      </p:sp>
    </p:spTree>
    <p:extLst>
      <p:ext uri="{BB962C8B-B14F-4D97-AF65-F5344CB8AC3E}">
        <p14:creationId xmlns:p14="http://schemas.microsoft.com/office/powerpoint/2010/main" val="15704459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1038</Words>
  <Application>Microsoft Office PowerPoint</Application>
  <PresentationFormat>Custom</PresentationFormat>
  <Paragraphs>77</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 wic</dc:creator>
  <cp:lastModifiedBy>K wic</cp:lastModifiedBy>
  <cp:revision>1</cp:revision>
  <dcterms:created xsi:type="dcterms:W3CDTF">2026-10-29T03:03:17Z</dcterms:created>
  <dcterms:modified xsi:type="dcterms:W3CDTF">2026-10-29T03:03:17Z</dcterms:modified>
</cp:coreProperties>
</file>